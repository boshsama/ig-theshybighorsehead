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3"/>
    <p:sldMasterId id="2147483672" r:id="rId4"/>
    <p:sldMasterId id="2147483684" r:id="rId5"/>
  </p:sldMasterIdLst>
  <p:sldIdLst>
    <p:sldId id="256" r:id="rId6"/>
    <p:sldId id="272" r:id="rId7"/>
    <p:sldId id="258" r:id="rId8"/>
    <p:sldId id="261" r:id="rId9"/>
    <p:sldId id="262" r:id="rId10"/>
    <p:sldId id="263" r:id="rId11"/>
    <p:sldId id="264" r:id="rId12"/>
    <p:sldId id="273" r:id="rId13"/>
    <p:sldId id="265" r:id="rId14"/>
    <p:sldId id="266" r:id="rId15"/>
    <p:sldId id="267" r:id="rId16"/>
    <p:sldId id="268" r:id="rId17"/>
    <p:sldId id="269" r:id="rId18"/>
    <p:sldId id="270" r:id="rId19"/>
    <p:sldId id="275"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9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91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1" Type="http://schemas.openxmlformats.org/officeDocument/2006/relationships/tags" Target="../tags/tag30.xml"/><Relationship Id="rId10" Type="http://schemas.openxmlformats.org/officeDocument/2006/relationships/tags" Target="../tags/tag29.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6" Type="http://schemas.openxmlformats.org/officeDocument/2006/relationships/tags" Target="../tags/tag45.xml"/><Relationship Id="rId15" Type="http://schemas.openxmlformats.org/officeDocument/2006/relationships/tags" Target="../tags/tag44.xml"/><Relationship Id="rId14" Type="http://schemas.openxmlformats.org/officeDocument/2006/relationships/tags" Target="../tags/tag43.xml"/><Relationship Id="rId13" Type="http://schemas.openxmlformats.org/officeDocument/2006/relationships/tags" Target="../tags/tag42.xml"/><Relationship Id="rId12" Type="http://schemas.openxmlformats.org/officeDocument/2006/relationships/tags" Target="../tags/tag41.xml"/><Relationship Id="rId11" Type="http://schemas.openxmlformats.org/officeDocument/2006/relationships/tags" Target="../tags/tag40.xml"/><Relationship Id="rId10" Type="http://schemas.openxmlformats.org/officeDocument/2006/relationships/tags" Target="../tags/tag39.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59.xml"/><Relationship Id="rId8" Type="http://schemas.openxmlformats.org/officeDocument/2006/relationships/tags" Target="../tags/tag58.xml"/><Relationship Id="rId7" Type="http://schemas.openxmlformats.org/officeDocument/2006/relationships/tags" Target="../tags/tag57.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70.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83.xml"/><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6" Type="http://schemas.openxmlformats.org/officeDocument/2006/relationships/tags" Target="../tags/tag90.xml"/><Relationship Id="rId15" Type="http://schemas.openxmlformats.org/officeDocument/2006/relationships/tags" Target="../tags/tag89.xml"/><Relationship Id="rId14" Type="http://schemas.openxmlformats.org/officeDocument/2006/relationships/tags" Target="../tags/tag88.xml"/><Relationship Id="rId13" Type="http://schemas.openxmlformats.org/officeDocument/2006/relationships/tags" Target="../tags/tag87.xml"/><Relationship Id="rId12" Type="http://schemas.openxmlformats.org/officeDocument/2006/relationships/tags" Target="../tags/tag86.xml"/><Relationship Id="rId11" Type="http://schemas.openxmlformats.org/officeDocument/2006/relationships/tags" Target="../tags/tag85.xml"/><Relationship Id="rId10" Type="http://schemas.openxmlformats.org/officeDocument/2006/relationships/tags" Target="../tags/tag84.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112.xml"/><Relationship Id="rId8" Type="http://schemas.openxmlformats.org/officeDocument/2006/relationships/tags" Target="../tags/tag111.xml"/><Relationship Id="rId7" Type="http://schemas.openxmlformats.org/officeDocument/2006/relationships/tags" Target="../tags/tag110.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1" Type="http://schemas.openxmlformats.org/officeDocument/2006/relationships/tags" Target="../tags/tag114.xml"/><Relationship Id="rId10" Type="http://schemas.openxmlformats.org/officeDocument/2006/relationships/tags" Target="../tags/tag113.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6" Type="http://schemas.openxmlformats.org/officeDocument/2006/relationships/tags" Target="../tags/tag119.xml"/><Relationship Id="rId5" Type="http://schemas.openxmlformats.org/officeDocument/2006/relationships/tags" Target="../tags/tag118.xml"/><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126.xml"/><Relationship Id="rId7" Type="http://schemas.openxmlformats.org/officeDocument/2006/relationships/tags" Target="../tags/tag125.xml"/><Relationship Id="rId6" Type="http://schemas.openxmlformats.org/officeDocument/2006/relationships/tags" Target="../tags/tag124.xml"/><Relationship Id="rId5" Type="http://schemas.openxmlformats.org/officeDocument/2006/relationships/tags" Target="../tags/tag123.xml"/><Relationship Id="rId4" Type="http://schemas.openxmlformats.org/officeDocument/2006/relationships/tags" Target="../tags/tag122.xml"/><Relationship Id="rId3" Type="http://schemas.openxmlformats.org/officeDocument/2006/relationships/tags" Target="../tags/tag121.xml"/><Relationship Id="rId2" Type="http://schemas.openxmlformats.org/officeDocument/2006/relationships/tags" Target="../tags/tag120.xml"/><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34.xml"/><Relationship Id="rId8" Type="http://schemas.openxmlformats.org/officeDocument/2006/relationships/tags" Target="../tags/tag133.xml"/><Relationship Id="rId7" Type="http://schemas.openxmlformats.org/officeDocument/2006/relationships/tags" Target="../tags/tag132.xml"/><Relationship Id="rId6" Type="http://schemas.openxmlformats.org/officeDocument/2006/relationships/tags" Target="../tags/tag131.xml"/><Relationship Id="rId5" Type="http://schemas.openxmlformats.org/officeDocument/2006/relationships/tags" Target="../tags/tag130.xml"/><Relationship Id="rId4" Type="http://schemas.openxmlformats.org/officeDocument/2006/relationships/tags" Target="../tags/tag129.xml"/><Relationship Id="rId3" Type="http://schemas.openxmlformats.org/officeDocument/2006/relationships/tags" Target="../tags/tag128.xml"/><Relationship Id="rId2" Type="http://schemas.openxmlformats.org/officeDocument/2006/relationships/tags" Target="../tags/tag127.xml"/><Relationship Id="rId10" Type="http://schemas.openxmlformats.org/officeDocument/2006/relationships/tags" Target="../tags/tag135.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7" Type="http://schemas.openxmlformats.org/officeDocument/2006/relationships/tags" Target="../tags/tag141.xml"/><Relationship Id="rId6" Type="http://schemas.openxmlformats.org/officeDocument/2006/relationships/tags" Target="../tags/tag140.xml"/><Relationship Id="rId5" Type="http://schemas.openxmlformats.org/officeDocument/2006/relationships/tags" Target="../tags/tag139.xml"/><Relationship Id="rId4" Type="http://schemas.openxmlformats.org/officeDocument/2006/relationships/tags" Target="../tags/tag138.xml"/><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149.xml"/><Relationship Id="rId8" Type="http://schemas.openxmlformats.org/officeDocument/2006/relationships/tags" Target="../tags/tag148.xml"/><Relationship Id="rId7" Type="http://schemas.openxmlformats.org/officeDocument/2006/relationships/tags" Target="../tags/tag147.xml"/><Relationship Id="rId6" Type="http://schemas.openxmlformats.org/officeDocument/2006/relationships/tags" Target="../tags/tag146.xml"/><Relationship Id="rId5" Type="http://schemas.openxmlformats.org/officeDocument/2006/relationships/tags" Target="../tags/tag145.xml"/><Relationship Id="rId4" Type="http://schemas.openxmlformats.org/officeDocument/2006/relationships/tags" Target="../tags/tag144.xml"/><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5" Type="http://schemas.openxmlformats.org/officeDocument/2006/relationships/tags" Target="../tags/tag153.xml"/><Relationship Id="rId4" Type="http://schemas.openxmlformats.org/officeDocument/2006/relationships/tags" Target="../tags/tag152.xml"/><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4" Type="http://schemas.openxmlformats.org/officeDocument/2006/relationships/tags" Target="../tags/tag156.xml"/><Relationship Id="rId3" Type="http://schemas.openxmlformats.org/officeDocument/2006/relationships/tags" Target="../tags/tag155.xml"/><Relationship Id="rId2" Type="http://schemas.openxmlformats.org/officeDocument/2006/relationships/tags" Target="../tags/tag154.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5" Type="http://schemas.openxmlformats.org/officeDocument/2006/relationships/tags" Target="../tags/tag160.xml"/><Relationship Id="rId4" Type="http://schemas.openxmlformats.org/officeDocument/2006/relationships/tags" Target="../tags/tag159.xml"/><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6" Type="http://schemas.openxmlformats.org/officeDocument/2006/relationships/tags" Target="../tags/tag165.xml"/><Relationship Id="rId5" Type="http://schemas.openxmlformats.org/officeDocument/2006/relationships/tags" Target="../tags/tag164.xml"/><Relationship Id="rId4" Type="http://schemas.openxmlformats.org/officeDocument/2006/relationships/tags" Target="../tags/tag163.xml"/><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9" Type="http://schemas.openxmlformats.org/officeDocument/2006/relationships/tags" Target="../tags/tag173.xml"/><Relationship Id="rId8" Type="http://schemas.openxmlformats.org/officeDocument/2006/relationships/tags" Target="../tags/tag172.xml"/><Relationship Id="rId7" Type="http://schemas.openxmlformats.org/officeDocument/2006/relationships/tags" Target="../tags/tag171.xml"/><Relationship Id="rId6" Type="http://schemas.openxmlformats.org/officeDocument/2006/relationships/tags" Target="../tags/tag170.xml"/><Relationship Id="rId5" Type="http://schemas.openxmlformats.org/officeDocument/2006/relationships/tags" Target="../tags/tag169.xml"/><Relationship Id="rId4" Type="http://schemas.openxmlformats.org/officeDocument/2006/relationships/tags" Target="../tags/tag168.xml"/><Relationship Id="rId3" Type="http://schemas.openxmlformats.org/officeDocument/2006/relationships/tags" Target="../tags/tag167.xml"/><Relationship Id="rId2" Type="http://schemas.openxmlformats.org/officeDocument/2006/relationships/tags" Target="../tags/tag166.xml"/><Relationship Id="rId11" Type="http://schemas.openxmlformats.org/officeDocument/2006/relationships/tags" Target="../tags/tag175.xml"/><Relationship Id="rId10" Type="http://schemas.openxmlformats.org/officeDocument/2006/relationships/tags" Target="../tags/tag174.xml"/><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9" Type="http://schemas.openxmlformats.org/officeDocument/2006/relationships/tags" Target="../tags/tag192.xml"/><Relationship Id="rId8" Type="http://schemas.openxmlformats.org/officeDocument/2006/relationships/tags" Target="../tags/tag191.xml"/><Relationship Id="rId7" Type="http://schemas.openxmlformats.org/officeDocument/2006/relationships/tags" Target="../tags/tag190.xml"/><Relationship Id="rId6" Type="http://schemas.openxmlformats.org/officeDocument/2006/relationships/tags" Target="../tags/tag189.xml"/><Relationship Id="rId5" Type="http://schemas.openxmlformats.org/officeDocument/2006/relationships/tags" Target="../tags/tag188.xml"/><Relationship Id="rId4" Type="http://schemas.openxmlformats.org/officeDocument/2006/relationships/tags" Target="../tags/tag187.xml"/><Relationship Id="rId3" Type="http://schemas.openxmlformats.org/officeDocument/2006/relationships/tags" Target="../tags/tag186.xml"/><Relationship Id="rId2" Type="http://schemas.openxmlformats.org/officeDocument/2006/relationships/tags" Target="../tags/tag185.xml"/><Relationship Id="rId16" Type="http://schemas.openxmlformats.org/officeDocument/2006/relationships/tags" Target="../tags/tag199.xml"/><Relationship Id="rId15" Type="http://schemas.openxmlformats.org/officeDocument/2006/relationships/tags" Target="../tags/tag198.xml"/><Relationship Id="rId14" Type="http://schemas.openxmlformats.org/officeDocument/2006/relationships/tags" Target="../tags/tag197.xml"/><Relationship Id="rId13" Type="http://schemas.openxmlformats.org/officeDocument/2006/relationships/tags" Target="../tags/tag196.xml"/><Relationship Id="rId12" Type="http://schemas.openxmlformats.org/officeDocument/2006/relationships/tags" Target="../tags/tag195.xml"/><Relationship Id="rId11" Type="http://schemas.openxmlformats.org/officeDocument/2006/relationships/tags" Target="../tags/tag194.xml"/><Relationship Id="rId10" Type="http://schemas.openxmlformats.org/officeDocument/2006/relationships/tags" Target="../tags/tag193.xml"/><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6" Type="http://schemas.openxmlformats.org/officeDocument/2006/relationships/tags" Target="../tags/tag204.xml"/><Relationship Id="rId5" Type="http://schemas.openxmlformats.org/officeDocument/2006/relationships/tags" Target="../tags/tag203.xml"/><Relationship Id="rId4" Type="http://schemas.openxmlformats.org/officeDocument/2006/relationships/tags" Target="../tags/tag202.xml"/><Relationship Id="rId3" Type="http://schemas.openxmlformats.org/officeDocument/2006/relationships/tags" Target="../tags/tag201.xml"/><Relationship Id="rId2" Type="http://schemas.openxmlformats.org/officeDocument/2006/relationships/tags" Target="../tags/tag200.xml"/><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9" Type="http://schemas.openxmlformats.org/officeDocument/2006/relationships/tags" Target="../tags/tag212.xml"/><Relationship Id="rId8" Type="http://schemas.openxmlformats.org/officeDocument/2006/relationships/tags" Target="../tags/tag211.xml"/><Relationship Id="rId7" Type="http://schemas.openxmlformats.org/officeDocument/2006/relationships/tags" Target="../tags/tag210.xml"/><Relationship Id="rId6" Type="http://schemas.openxmlformats.org/officeDocument/2006/relationships/tags" Target="../tags/tag209.xml"/><Relationship Id="rId5" Type="http://schemas.openxmlformats.org/officeDocument/2006/relationships/tags" Target="../tags/tag208.xml"/><Relationship Id="rId4" Type="http://schemas.openxmlformats.org/officeDocument/2006/relationships/tags" Target="../tags/tag207.xml"/><Relationship Id="rId3" Type="http://schemas.openxmlformats.org/officeDocument/2006/relationships/tags" Target="../tags/tag206.xml"/><Relationship Id="rId2" Type="http://schemas.openxmlformats.org/officeDocument/2006/relationships/tags" Target="../tags/tag205.xml"/><Relationship Id="rId11" Type="http://schemas.openxmlformats.org/officeDocument/2006/relationships/tags" Target="../tags/tag214.xml"/><Relationship Id="rId10" Type="http://schemas.openxmlformats.org/officeDocument/2006/relationships/tags" Target="../tags/tag213.xml"/><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9" Type="http://schemas.openxmlformats.org/officeDocument/2006/relationships/tags" Target="../tags/tag222.xml"/><Relationship Id="rId8" Type="http://schemas.openxmlformats.org/officeDocument/2006/relationships/tags" Target="../tags/tag221.xml"/><Relationship Id="rId7" Type="http://schemas.openxmlformats.org/officeDocument/2006/relationships/tags" Target="../tags/tag220.xml"/><Relationship Id="rId6" Type="http://schemas.openxmlformats.org/officeDocument/2006/relationships/tags" Target="../tags/tag219.xml"/><Relationship Id="rId5" Type="http://schemas.openxmlformats.org/officeDocument/2006/relationships/tags" Target="../tags/tag218.xml"/><Relationship Id="rId4" Type="http://schemas.openxmlformats.org/officeDocument/2006/relationships/tags" Target="../tags/tag217.xml"/><Relationship Id="rId3" Type="http://schemas.openxmlformats.org/officeDocument/2006/relationships/tags" Target="../tags/tag216.xml"/><Relationship Id="rId2" Type="http://schemas.openxmlformats.org/officeDocument/2006/relationships/tags" Target="../tags/tag215.xml"/><Relationship Id="rId16" Type="http://schemas.openxmlformats.org/officeDocument/2006/relationships/tags" Target="../tags/tag229.xml"/><Relationship Id="rId15" Type="http://schemas.openxmlformats.org/officeDocument/2006/relationships/tags" Target="../tags/tag228.xml"/><Relationship Id="rId14" Type="http://schemas.openxmlformats.org/officeDocument/2006/relationships/tags" Target="../tags/tag227.xml"/><Relationship Id="rId13" Type="http://schemas.openxmlformats.org/officeDocument/2006/relationships/tags" Target="../tags/tag226.xml"/><Relationship Id="rId12" Type="http://schemas.openxmlformats.org/officeDocument/2006/relationships/tags" Target="../tags/tag225.xml"/><Relationship Id="rId11" Type="http://schemas.openxmlformats.org/officeDocument/2006/relationships/tags" Target="../tags/tag224.xml"/><Relationship Id="rId10" Type="http://schemas.openxmlformats.org/officeDocument/2006/relationships/tags" Target="../tags/tag223.xml"/><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7" Type="http://schemas.openxmlformats.org/officeDocument/2006/relationships/tags" Target="../tags/tag235.xml"/><Relationship Id="rId6" Type="http://schemas.openxmlformats.org/officeDocument/2006/relationships/tags" Target="../tags/tag234.xml"/><Relationship Id="rId5" Type="http://schemas.openxmlformats.org/officeDocument/2006/relationships/tags" Target="../tags/tag233.xml"/><Relationship Id="rId4" Type="http://schemas.openxmlformats.org/officeDocument/2006/relationships/tags" Target="../tags/tag232.xml"/><Relationship Id="rId3" Type="http://schemas.openxmlformats.org/officeDocument/2006/relationships/tags" Target="../tags/tag231.xml"/><Relationship Id="rId2" Type="http://schemas.openxmlformats.org/officeDocument/2006/relationships/tags" Target="../tags/tag230.xml"/><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9" Type="http://schemas.openxmlformats.org/officeDocument/2006/relationships/tags" Target="../tags/tag243.xml"/><Relationship Id="rId8" Type="http://schemas.openxmlformats.org/officeDocument/2006/relationships/tags" Target="../tags/tag242.xml"/><Relationship Id="rId7" Type="http://schemas.openxmlformats.org/officeDocument/2006/relationships/tags" Target="../tags/tag241.xml"/><Relationship Id="rId6" Type="http://schemas.openxmlformats.org/officeDocument/2006/relationships/tags" Target="../tags/tag240.xml"/><Relationship Id="rId5" Type="http://schemas.openxmlformats.org/officeDocument/2006/relationships/tags" Target="../tags/tag239.xml"/><Relationship Id="rId4" Type="http://schemas.openxmlformats.org/officeDocument/2006/relationships/tags" Target="../tags/tag238.xml"/><Relationship Id="rId3" Type="http://schemas.openxmlformats.org/officeDocument/2006/relationships/tags" Target="../tags/tag237.xml"/><Relationship Id="rId2" Type="http://schemas.openxmlformats.org/officeDocument/2006/relationships/tags" Target="../tags/tag236.xml"/><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5" Type="http://schemas.openxmlformats.org/officeDocument/2006/relationships/tags" Target="../tags/tag247.xml"/><Relationship Id="rId4" Type="http://schemas.openxmlformats.org/officeDocument/2006/relationships/tags" Target="../tags/tag246.xml"/><Relationship Id="rId3" Type="http://schemas.openxmlformats.org/officeDocument/2006/relationships/tags" Target="../tags/tag245.xml"/><Relationship Id="rId2" Type="http://schemas.openxmlformats.org/officeDocument/2006/relationships/tags" Target="../tags/tag244.xml"/><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4" Type="http://schemas.openxmlformats.org/officeDocument/2006/relationships/tags" Target="../tags/tag250.xml"/><Relationship Id="rId3" Type="http://schemas.openxmlformats.org/officeDocument/2006/relationships/tags" Target="../tags/tag249.xml"/><Relationship Id="rId2" Type="http://schemas.openxmlformats.org/officeDocument/2006/relationships/tags" Target="../tags/tag248.xml"/><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5" Type="http://schemas.openxmlformats.org/officeDocument/2006/relationships/tags" Target="../tags/tag254.xml"/><Relationship Id="rId4" Type="http://schemas.openxmlformats.org/officeDocument/2006/relationships/tags" Target="../tags/tag253.xml"/><Relationship Id="rId3" Type="http://schemas.openxmlformats.org/officeDocument/2006/relationships/tags" Target="../tags/tag252.xml"/><Relationship Id="rId2" Type="http://schemas.openxmlformats.org/officeDocument/2006/relationships/tags" Target="../tags/tag251.xml"/><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6" Type="http://schemas.openxmlformats.org/officeDocument/2006/relationships/tags" Target="../tags/tag259.xml"/><Relationship Id="rId5" Type="http://schemas.openxmlformats.org/officeDocument/2006/relationships/tags" Target="../tags/tag258.xml"/><Relationship Id="rId4" Type="http://schemas.openxmlformats.org/officeDocument/2006/relationships/tags" Target="../tags/tag257.xml"/><Relationship Id="rId3" Type="http://schemas.openxmlformats.org/officeDocument/2006/relationships/tags" Target="../tags/tag256.xml"/><Relationship Id="rId2" Type="http://schemas.openxmlformats.org/officeDocument/2006/relationships/tags" Target="../tags/tag255.xml"/><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9" Type="http://schemas.openxmlformats.org/officeDocument/2006/relationships/tags" Target="../tags/tag267.xml"/><Relationship Id="rId8" Type="http://schemas.openxmlformats.org/officeDocument/2006/relationships/tags" Target="../tags/tag266.xml"/><Relationship Id="rId7" Type="http://schemas.openxmlformats.org/officeDocument/2006/relationships/tags" Target="../tags/tag265.xml"/><Relationship Id="rId6" Type="http://schemas.openxmlformats.org/officeDocument/2006/relationships/tags" Target="../tags/tag264.xml"/><Relationship Id="rId5" Type="http://schemas.openxmlformats.org/officeDocument/2006/relationships/tags" Target="../tags/tag263.xml"/><Relationship Id="rId4" Type="http://schemas.openxmlformats.org/officeDocument/2006/relationships/tags" Target="../tags/tag262.xml"/><Relationship Id="rId3" Type="http://schemas.openxmlformats.org/officeDocument/2006/relationships/tags" Target="../tags/tag261.xml"/><Relationship Id="rId2" Type="http://schemas.openxmlformats.org/officeDocument/2006/relationships/tags" Target="../tags/tag260.xml"/><Relationship Id="rId16" Type="http://schemas.openxmlformats.org/officeDocument/2006/relationships/tags" Target="../tags/tag274.xml"/><Relationship Id="rId15" Type="http://schemas.openxmlformats.org/officeDocument/2006/relationships/tags" Target="../tags/tag273.xml"/><Relationship Id="rId14" Type="http://schemas.openxmlformats.org/officeDocument/2006/relationships/tags" Target="../tags/tag272.xml"/><Relationship Id="rId13" Type="http://schemas.openxmlformats.org/officeDocument/2006/relationships/tags" Target="../tags/tag271.xml"/><Relationship Id="rId12" Type="http://schemas.openxmlformats.org/officeDocument/2006/relationships/tags" Target="../tags/tag270.xml"/><Relationship Id="rId11" Type="http://schemas.openxmlformats.org/officeDocument/2006/relationships/tags" Target="../tags/tag269.xml"/><Relationship Id="rId10" Type="http://schemas.openxmlformats.org/officeDocument/2006/relationships/tags" Target="../tags/tag268.xml"/><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36" name="任意多边形: 形状 35"/>
          <p:cNvSpPr/>
          <p:nvPr>
            <p:custDataLst>
              <p:tags r:id="rId2"/>
            </p:custDataLst>
          </p:nvPr>
        </p:nvSpPr>
        <p:spPr>
          <a:xfrm>
            <a:off x="5191745" y="0"/>
            <a:ext cx="3191251" cy="6858000"/>
          </a:xfrm>
          <a:custGeom>
            <a:avLst/>
            <a:gdLst>
              <a:gd name="connsiteX0" fmla="*/ 10047 w 4255001"/>
              <a:gd name="connsiteY0" fmla="*/ 0 h 6858000"/>
              <a:gd name="connsiteX1" fmla="*/ 1582133 w 4255001"/>
              <a:gd name="connsiteY1" fmla="*/ 0 h 6858000"/>
              <a:gd name="connsiteX2" fmla="*/ 4255001 w 4255001"/>
              <a:gd name="connsiteY2" fmla="*/ 3421116 h 6858000"/>
              <a:gd name="connsiteX3" fmla="*/ 4253144 w 4255001"/>
              <a:gd name="connsiteY3" fmla="*/ 3422567 h 6858000"/>
              <a:gd name="connsiteX4" fmla="*/ 4255000 w 4255001"/>
              <a:gd name="connsiteY4" fmla="*/ 3424018 h 6858000"/>
              <a:gd name="connsiteX5" fmla="*/ 1572143 w 4255001"/>
              <a:gd name="connsiteY5" fmla="*/ 6858000 h 6858000"/>
              <a:gd name="connsiteX6" fmla="*/ 0 w 4255001"/>
              <a:gd name="connsiteY6" fmla="*/ 6858000 h 6858000"/>
              <a:gd name="connsiteX7" fmla="*/ 2684020 w 4255001"/>
              <a:gd name="connsiteY7" fmla="*/ 3422531 h 6858000"/>
              <a:gd name="connsiteX8" fmla="*/ 10047 w 4255001"/>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5001" h="6858000">
                <a:moveTo>
                  <a:pt x="10047" y="0"/>
                </a:moveTo>
                <a:lnTo>
                  <a:pt x="1582133" y="0"/>
                </a:lnTo>
                <a:lnTo>
                  <a:pt x="4255001" y="3421116"/>
                </a:lnTo>
                <a:lnTo>
                  <a:pt x="4253144" y="3422567"/>
                </a:lnTo>
                <a:lnTo>
                  <a:pt x="4255000" y="3424018"/>
                </a:lnTo>
                <a:lnTo>
                  <a:pt x="1572143" y="6858000"/>
                </a:lnTo>
                <a:lnTo>
                  <a:pt x="0" y="6858000"/>
                </a:lnTo>
                <a:lnTo>
                  <a:pt x="2684020" y="3422531"/>
                </a:lnTo>
                <a:lnTo>
                  <a:pt x="10047" y="0"/>
                </a:lnTo>
                <a:close/>
              </a:path>
            </a:pathLst>
          </a:custGeom>
          <a:noFill/>
          <a:ln>
            <a:gradFill>
              <a:gsLst>
                <a:gs pos="0">
                  <a:schemeClr val="accent1">
                    <a:alpha val="5000"/>
                  </a:schemeClr>
                </a:gs>
                <a:gs pos="100000">
                  <a:schemeClr val="accent1">
                    <a:alpha val="50000"/>
                  </a:schemeClr>
                </a:gs>
              </a:gsLst>
              <a:lin ang="516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sz="1350"/>
          </a:p>
        </p:txBody>
      </p:sp>
      <p:sp>
        <p:nvSpPr>
          <p:cNvPr id="45" name="任意多边形: 形状 44"/>
          <p:cNvSpPr/>
          <p:nvPr>
            <p:custDataLst>
              <p:tags r:id="rId3"/>
            </p:custDataLst>
          </p:nvPr>
        </p:nvSpPr>
        <p:spPr>
          <a:xfrm>
            <a:off x="6076505" y="1"/>
            <a:ext cx="3066725" cy="6857998"/>
          </a:xfrm>
          <a:custGeom>
            <a:avLst/>
            <a:gdLst>
              <a:gd name="connsiteX0" fmla="*/ 0 w 4088966"/>
              <a:gd name="connsiteY0" fmla="*/ 0 h 6857998"/>
              <a:gd name="connsiteX1" fmla="*/ 1572086 w 4088966"/>
              <a:gd name="connsiteY1" fmla="*/ 0 h 6857998"/>
              <a:gd name="connsiteX2" fmla="*/ 4088966 w 4088966"/>
              <a:gd name="connsiteY2" fmla="*/ 3221459 h 6857998"/>
              <a:gd name="connsiteX3" fmla="*/ 4088966 w 4088966"/>
              <a:gd name="connsiteY3" fmla="*/ 3646538 h 6857998"/>
              <a:gd name="connsiteX4" fmla="*/ 1579958 w 4088966"/>
              <a:gd name="connsiteY4" fmla="*/ 6857997 h 6857998"/>
              <a:gd name="connsiteX5" fmla="*/ 7814 w 4088966"/>
              <a:gd name="connsiteY5" fmla="*/ 6857998 h 6857998"/>
              <a:gd name="connsiteX6" fmla="*/ 2682903 w 4088966"/>
              <a:gd name="connsiteY6" fmla="*/ 343396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88966" h="6857998">
                <a:moveTo>
                  <a:pt x="0" y="0"/>
                </a:moveTo>
                <a:lnTo>
                  <a:pt x="1572086" y="0"/>
                </a:lnTo>
                <a:lnTo>
                  <a:pt x="4088966" y="3221459"/>
                </a:lnTo>
                <a:lnTo>
                  <a:pt x="4088966" y="3646538"/>
                </a:lnTo>
                <a:lnTo>
                  <a:pt x="1579958" y="6857997"/>
                </a:lnTo>
                <a:lnTo>
                  <a:pt x="7814" y="6857998"/>
                </a:lnTo>
                <a:lnTo>
                  <a:pt x="2682903" y="3433960"/>
                </a:lnTo>
                <a:close/>
              </a:path>
            </a:pathLst>
          </a:cu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sz="1350"/>
          </a:p>
        </p:txBody>
      </p:sp>
      <p:sp>
        <p:nvSpPr>
          <p:cNvPr id="39" name="任意多边形: 形状 38"/>
          <p:cNvSpPr/>
          <p:nvPr>
            <p:custDataLst>
              <p:tags r:id="rId4"/>
            </p:custDataLst>
          </p:nvPr>
        </p:nvSpPr>
        <p:spPr>
          <a:xfrm>
            <a:off x="5539407" y="0"/>
            <a:ext cx="3191252" cy="6858000"/>
          </a:xfrm>
          <a:custGeom>
            <a:avLst/>
            <a:gdLst>
              <a:gd name="connsiteX0" fmla="*/ 10048 w 4255002"/>
              <a:gd name="connsiteY0" fmla="*/ 0 h 6858000"/>
              <a:gd name="connsiteX1" fmla="*/ 1582134 w 4255002"/>
              <a:gd name="connsiteY1" fmla="*/ 0 h 6858000"/>
              <a:gd name="connsiteX2" fmla="*/ 4255002 w 4255002"/>
              <a:gd name="connsiteY2" fmla="*/ 3421116 h 6858000"/>
              <a:gd name="connsiteX3" fmla="*/ 4253145 w 4255002"/>
              <a:gd name="connsiteY3" fmla="*/ 3422567 h 6858000"/>
              <a:gd name="connsiteX4" fmla="*/ 4255001 w 4255002"/>
              <a:gd name="connsiteY4" fmla="*/ 3424018 h 6858000"/>
              <a:gd name="connsiteX5" fmla="*/ 1572144 w 4255002"/>
              <a:gd name="connsiteY5" fmla="*/ 6858000 h 6858000"/>
              <a:gd name="connsiteX6" fmla="*/ 0 w 4255002"/>
              <a:gd name="connsiteY6" fmla="*/ 6857999 h 6858000"/>
              <a:gd name="connsiteX7" fmla="*/ 2684021 w 4255002"/>
              <a:gd name="connsiteY7" fmla="*/ 3422531 h 6858000"/>
              <a:gd name="connsiteX8" fmla="*/ 10048 w 4255002"/>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5002" h="6858000">
                <a:moveTo>
                  <a:pt x="10048" y="0"/>
                </a:moveTo>
                <a:lnTo>
                  <a:pt x="1582134" y="0"/>
                </a:lnTo>
                <a:lnTo>
                  <a:pt x="4255002" y="3421116"/>
                </a:lnTo>
                <a:lnTo>
                  <a:pt x="4253145" y="3422567"/>
                </a:lnTo>
                <a:lnTo>
                  <a:pt x="4255001" y="3424018"/>
                </a:lnTo>
                <a:lnTo>
                  <a:pt x="1572144" y="6858000"/>
                </a:lnTo>
                <a:lnTo>
                  <a:pt x="0" y="6857999"/>
                </a:lnTo>
                <a:lnTo>
                  <a:pt x="2684021" y="3422531"/>
                </a:lnTo>
                <a:lnTo>
                  <a:pt x="10048" y="0"/>
                </a:lnTo>
                <a:close/>
              </a:path>
            </a:pathLst>
          </a:custGeom>
          <a:gradFill>
            <a:gsLst>
              <a:gs pos="0">
                <a:schemeClr val="accent1">
                  <a:lumMod val="65000"/>
                  <a:lumOff val="35000"/>
                </a:schemeClr>
              </a:gs>
              <a:gs pos="100000">
                <a:schemeClr val="accent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sz="1350"/>
          </a:p>
        </p:txBody>
      </p:sp>
      <p:sp>
        <p:nvSpPr>
          <p:cNvPr id="12" name="矩形 11"/>
          <p:cNvSpPr>
            <a:spLocks noChangeAspect="1"/>
          </p:cNvSpPr>
          <p:nvPr>
            <p:custDataLst>
              <p:tags r:id="rId5"/>
            </p:custDataLst>
          </p:nvPr>
        </p:nvSpPr>
        <p:spPr>
          <a:xfrm>
            <a:off x="656749" y="5866130"/>
            <a:ext cx="134779" cy="179705"/>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矩形 12"/>
          <p:cNvSpPr>
            <a:spLocks noChangeAspect="1"/>
          </p:cNvSpPr>
          <p:nvPr>
            <p:custDataLst>
              <p:tags r:id="rId6"/>
            </p:custDataLst>
          </p:nvPr>
        </p:nvSpPr>
        <p:spPr>
          <a:xfrm>
            <a:off x="656749" y="6104255"/>
            <a:ext cx="134779" cy="179705"/>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p:cNvSpPr>
            <a:spLocks noChangeAspect="1"/>
          </p:cNvSpPr>
          <p:nvPr>
            <p:custDataLst>
              <p:tags r:id="rId7"/>
            </p:custDataLst>
          </p:nvPr>
        </p:nvSpPr>
        <p:spPr>
          <a:xfrm>
            <a:off x="842486" y="5866130"/>
            <a:ext cx="134779" cy="179705"/>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矩形 15"/>
          <p:cNvSpPr>
            <a:spLocks noChangeAspect="1"/>
          </p:cNvSpPr>
          <p:nvPr>
            <p:custDataLst>
              <p:tags r:id="rId8"/>
            </p:custDataLst>
          </p:nvPr>
        </p:nvSpPr>
        <p:spPr>
          <a:xfrm>
            <a:off x="842486" y="6104255"/>
            <a:ext cx="134779" cy="179705"/>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矩形 16"/>
          <p:cNvSpPr>
            <a:spLocks noChangeAspect="1"/>
          </p:cNvSpPr>
          <p:nvPr>
            <p:custDataLst>
              <p:tags r:id="rId9"/>
            </p:custDataLst>
          </p:nvPr>
        </p:nvSpPr>
        <p:spPr>
          <a:xfrm>
            <a:off x="1027271" y="6104255"/>
            <a:ext cx="134779" cy="179705"/>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9" name="矩形 18"/>
          <p:cNvSpPr>
            <a:spLocks noChangeAspect="1"/>
          </p:cNvSpPr>
          <p:nvPr>
            <p:custDataLst>
              <p:tags r:id="rId10"/>
            </p:custDataLst>
          </p:nvPr>
        </p:nvSpPr>
        <p:spPr>
          <a:xfrm>
            <a:off x="1212533" y="6104255"/>
            <a:ext cx="134779" cy="179705"/>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ctrTitle" hasCustomPrompt="1"/>
            <p:custDataLst>
              <p:tags r:id="rId11"/>
            </p:custDataLst>
          </p:nvPr>
        </p:nvSpPr>
        <p:spPr>
          <a:xfrm>
            <a:off x="594000" y="2653200"/>
            <a:ext cx="5724000" cy="1637610"/>
          </a:xfrm>
        </p:spPr>
        <p:txBody>
          <a:bodyPr wrap="square" anchor="t">
            <a:normAutofit/>
          </a:bodyPr>
          <a:lstStyle>
            <a:lvl1pPr algn="l">
              <a:lnSpc>
                <a:spcPct val="100000"/>
              </a:lnSpc>
              <a:defRPr sz="4500">
                <a:solidFill>
                  <a:schemeClr val="accent1"/>
                </a:solidFill>
              </a:defRPr>
            </a:lvl1pPr>
          </a:lstStyle>
          <a:p>
            <a:r>
              <a:rPr lang="zh-CN" altLang="en-US" dirty="0"/>
              <a:t>单击编辑母版标题</a:t>
            </a:r>
            <a:endParaRPr lang="zh-CN" altLang="en-US" dirty="0"/>
          </a:p>
        </p:txBody>
      </p:sp>
      <p:sp>
        <p:nvSpPr>
          <p:cNvPr id="3" name="副标题 2"/>
          <p:cNvSpPr>
            <a:spLocks noGrp="1"/>
          </p:cNvSpPr>
          <p:nvPr>
            <p:ph type="subTitle" idx="1" hasCustomPrompt="1"/>
            <p:custDataLst>
              <p:tags r:id="rId12"/>
            </p:custDataLst>
          </p:nvPr>
        </p:nvSpPr>
        <p:spPr>
          <a:xfrm>
            <a:off x="593884" y="1878965"/>
            <a:ext cx="5724525" cy="582930"/>
          </a:xfrm>
        </p:spPr>
        <p:txBody>
          <a:bodyPr wrap="square" anchor="t">
            <a:normAutofit/>
          </a:bodyPr>
          <a:lstStyle>
            <a:lvl1pPr marL="0" indent="0" algn="l">
              <a:lnSpc>
                <a:spcPct val="100000"/>
              </a:lnSpc>
              <a:buNone/>
              <a:defRPr sz="2400">
                <a:solidFill>
                  <a:schemeClr val="accent1">
                    <a:lumMod val="60000"/>
                    <a:lumOff val="40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endParaRPr lang="zh-CN" altLang="en-US" dirty="0"/>
          </a:p>
        </p:txBody>
      </p:sp>
      <p:sp>
        <p:nvSpPr>
          <p:cNvPr id="4" name="日期占位符 3"/>
          <p:cNvSpPr>
            <a:spLocks noGrp="1"/>
          </p:cNvSpPr>
          <p:nvPr>
            <p:ph type="dt" sz="half" idx="10"/>
            <p:custDataLst>
              <p:tags r:id="rId1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14"/>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15"/>
            </p:custDataLst>
          </p:nvPr>
        </p:nvSpPr>
        <p:spPr>
          <a:xfrm>
            <a:off x="6457950" y="6356350"/>
            <a:ext cx="2057400" cy="365125"/>
          </a:xfrm>
        </p:spPr>
        <p:txBody>
          <a:bodyPr wrap="square">
            <a:normAutofit/>
          </a:bodyPr>
          <a:lstStyle/>
          <a:p>
            <a:fld id="{BE5F26B5-172A-4DC2-B0B7-181CFC56B87C}" type="slidenum">
              <a:rPr lang="zh-CN" altLang="en-US" smtClean="0"/>
            </a:fld>
            <a:endParaRPr lang="zh-CN" altLang="en-US"/>
          </a:p>
        </p:txBody>
      </p:sp>
      <p:sp>
        <p:nvSpPr>
          <p:cNvPr id="24" name="署名占位符 10"/>
          <p:cNvSpPr>
            <a:spLocks noGrp="1"/>
          </p:cNvSpPr>
          <p:nvPr>
            <p:ph type="body" sz="quarter" idx="17" hasCustomPrompt="1"/>
            <p:custDataLst>
              <p:tags r:id="rId16"/>
            </p:custDataLst>
          </p:nvPr>
        </p:nvSpPr>
        <p:spPr>
          <a:xfrm>
            <a:off x="650700" y="4363200"/>
            <a:ext cx="2160000" cy="576000"/>
          </a:xfrm>
          <a:prstGeom prst="chevron">
            <a:avLst>
              <a:gd name="adj" fmla="val 30157"/>
            </a:avLst>
          </a:prstGeom>
          <a:gradFill>
            <a:gsLst>
              <a:gs pos="0">
                <a:schemeClr val="accent1">
                  <a:lumMod val="65000"/>
                  <a:lumOff val="35000"/>
                </a:schemeClr>
              </a:gs>
              <a:gs pos="100000">
                <a:schemeClr val="accent1"/>
              </a:gs>
            </a:gsLst>
            <a:lin ang="4800000" scaled="0"/>
          </a:gradFill>
        </p:spPr>
        <p:txBody>
          <a:bodyPr wrap="square" anchor="ctr">
            <a:normAutofit/>
          </a:bodyPr>
          <a:lstStyle>
            <a:lvl1pPr marL="0" indent="0" algn="ctr">
              <a:lnSpc>
                <a:spcPct val="100000"/>
              </a:lnSpc>
              <a:buNone/>
              <a:defRPr sz="1350" b="1">
                <a:solidFill>
                  <a:srgbClr val="FFFFFF"/>
                </a:solidFill>
              </a:defRPr>
            </a:lvl1pPr>
          </a:lstStyle>
          <a:p>
            <a:pPr lvl="0"/>
            <a:r>
              <a:rPr lang="zh-CN" altLang="en-US" dirty="0"/>
              <a:t>署名</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853200" y="853200"/>
            <a:ext cx="2084400" cy="925200"/>
          </a:xfrm>
        </p:spPr>
        <p:txBody>
          <a:bodyPr wrap="square" anchor="ctr">
            <a:normAutofit/>
          </a:bodyPr>
          <a:lstStyle>
            <a:lvl1pPr>
              <a:defRPr sz="4500"/>
            </a:lvl1pPr>
          </a:lstStyle>
          <a:p>
            <a:r>
              <a:rPr lang="zh-CN" altLang="en-US" dirty="0"/>
              <a:t>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矩形 3"/>
          <p:cNvSpPr>
            <a:spLocks noChangeAspect="1"/>
          </p:cNvSpPr>
          <p:nvPr>
            <p:custDataLst>
              <p:tags r:id="rId6"/>
            </p:custDataLst>
          </p:nvPr>
        </p:nvSpPr>
        <p:spPr>
          <a:xfrm flipH="1">
            <a:off x="8191976" y="1105535"/>
            <a:ext cx="134779" cy="179705"/>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矩形 4"/>
          <p:cNvSpPr>
            <a:spLocks noChangeAspect="1"/>
          </p:cNvSpPr>
          <p:nvPr>
            <p:custDataLst>
              <p:tags r:id="rId7"/>
            </p:custDataLst>
          </p:nvPr>
        </p:nvSpPr>
        <p:spPr>
          <a:xfrm flipH="1">
            <a:off x="8191976" y="1343660"/>
            <a:ext cx="134779" cy="179705"/>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矩形 5"/>
          <p:cNvSpPr>
            <a:spLocks noChangeAspect="1"/>
          </p:cNvSpPr>
          <p:nvPr>
            <p:custDataLst>
              <p:tags r:id="rId8"/>
            </p:custDataLst>
          </p:nvPr>
        </p:nvSpPr>
        <p:spPr>
          <a:xfrm flipH="1">
            <a:off x="8006239" y="1105535"/>
            <a:ext cx="134779" cy="179705"/>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a:spLocks noChangeAspect="1"/>
          </p:cNvSpPr>
          <p:nvPr>
            <p:custDataLst>
              <p:tags r:id="rId9"/>
            </p:custDataLst>
          </p:nvPr>
        </p:nvSpPr>
        <p:spPr>
          <a:xfrm flipH="1">
            <a:off x="8006239" y="1343660"/>
            <a:ext cx="134779" cy="179705"/>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矩形 10"/>
          <p:cNvSpPr>
            <a:spLocks noChangeAspect="1"/>
          </p:cNvSpPr>
          <p:nvPr>
            <p:custDataLst>
              <p:tags r:id="rId10"/>
            </p:custDataLst>
          </p:nvPr>
        </p:nvSpPr>
        <p:spPr>
          <a:xfrm flipH="1">
            <a:off x="7821454" y="1343660"/>
            <a:ext cx="134779" cy="179705"/>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a:spLocks noChangeAspect="1"/>
          </p:cNvSpPr>
          <p:nvPr>
            <p:custDataLst>
              <p:tags r:id="rId11"/>
            </p:custDataLst>
          </p:nvPr>
        </p:nvSpPr>
        <p:spPr>
          <a:xfrm flipH="1">
            <a:off x="7636193" y="1343660"/>
            <a:ext cx="134779" cy="179705"/>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34" name="任意多边形: 形状 33"/>
          <p:cNvSpPr/>
          <p:nvPr>
            <p:custDataLst>
              <p:tags r:id="rId2"/>
            </p:custDataLst>
          </p:nvPr>
        </p:nvSpPr>
        <p:spPr>
          <a:xfrm>
            <a:off x="770" y="0"/>
            <a:ext cx="2544930" cy="6858000"/>
          </a:xfrm>
          <a:custGeom>
            <a:avLst/>
            <a:gdLst>
              <a:gd name="connsiteX0" fmla="*/ 0 w 3393240"/>
              <a:gd name="connsiteY0" fmla="*/ 0 h 6858000"/>
              <a:gd name="connsiteX1" fmla="*/ 720451 w 3393240"/>
              <a:gd name="connsiteY1" fmla="*/ 1 h 6858000"/>
              <a:gd name="connsiteX2" fmla="*/ 3393240 w 3393240"/>
              <a:gd name="connsiteY2" fmla="*/ 3421015 h 6858000"/>
              <a:gd name="connsiteX3" fmla="*/ 3391382 w 3393240"/>
              <a:gd name="connsiteY3" fmla="*/ 3422466 h 6858000"/>
              <a:gd name="connsiteX4" fmla="*/ 3393239 w 3393240"/>
              <a:gd name="connsiteY4" fmla="*/ 3423917 h 6858000"/>
              <a:gd name="connsiteX5" fmla="*/ 710239 w 3393240"/>
              <a:gd name="connsiteY5" fmla="*/ 6858000 h 6858000"/>
              <a:gd name="connsiteX6" fmla="*/ 0 w 3393240"/>
              <a:gd name="connsiteY6" fmla="*/ 6858000 h 6858000"/>
              <a:gd name="connsiteX7" fmla="*/ 0 w 3393240"/>
              <a:gd name="connsiteY7" fmla="*/ 5754817 h 6858000"/>
              <a:gd name="connsiteX8" fmla="*/ 1822233 w 3393240"/>
              <a:gd name="connsiteY8" fmla="*/ 3422467 h 6858000"/>
              <a:gd name="connsiteX9" fmla="*/ 0 w 3393240"/>
              <a:gd name="connsiteY9" fmla="*/ 1090115 h 6858000"/>
              <a:gd name="connsiteX10" fmla="*/ 0 w 3393240"/>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93240" h="6858000">
                <a:moveTo>
                  <a:pt x="0" y="0"/>
                </a:moveTo>
                <a:lnTo>
                  <a:pt x="720451" y="1"/>
                </a:lnTo>
                <a:lnTo>
                  <a:pt x="3393240" y="3421015"/>
                </a:lnTo>
                <a:lnTo>
                  <a:pt x="3391382" y="3422466"/>
                </a:lnTo>
                <a:lnTo>
                  <a:pt x="3393239" y="3423917"/>
                </a:lnTo>
                <a:lnTo>
                  <a:pt x="710239" y="6858000"/>
                </a:lnTo>
                <a:lnTo>
                  <a:pt x="0" y="6858000"/>
                </a:lnTo>
                <a:lnTo>
                  <a:pt x="0" y="5754817"/>
                </a:lnTo>
                <a:lnTo>
                  <a:pt x="1822233" y="3422467"/>
                </a:lnTo>
                <a:lnTo>
                  <a:pt x="0" y="1090115"/>
                </a:lnTo>
                <a:lnTo>
                  <a:pt x="0" y="0"/>
                </a:lnTo>
                <a:close/>
              </a:path>
            </a:pathLst>
          </a:custGeom>
          <a:noFill/>
          <a:ln>
            <a:gradFill>
              <a:gsLst>
                <a:gs pos="0">
                  <a:schemeClr val="accent1">
                    <a:alpha val="5000"/>
                  </a:schemeClr>
                </a:gs>
                <a:gs pos="100000">
                  <a:schemeClr val="accent1">
                    <a:alpha val="50000"/>
                  </a:schemeClr>
                </a:gs>
              </a:gsLst>
              <a:lin ang="5160000" scaled="1"/>
            </a:gra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350">
              <a:sym typeface="+mn-ea"/>
            </a:endParaRPr>
          </a:p>
        </p:txBody>
      </p:sp>
      <p:sp>
        <p:nvSpPr>
          <p:cNvPr id="40" name="任意多边形: 形状 39"/>
          <p:cNvSpPr/>
          <p:nvPr>
            <p:custDataLst>
              <p:tags r:id="rId3"/>
            </p:custDataLst>
          </p:nvPr>
        </p:nvSpPr>
        <p:spPr>
          <a:xfrm>
            <a:off x="239410" y="1"/>
            <a:ext cx="3190211" cy="6858000"/>
          </a:xfrm>
          <a:custGeom>
            <a:avLst/>
            <a:gdLst>
              <a:gd name="connsiteX0" fmla="*/ 0 w 4253614"/>
              <a:gd name="connsiteY0" fmla="*/ 0 h 6858000"/>
              <a:gd name="connsiteX1" fmla="*/ 1572141 w 4253614"/>
              <a:gd name="connsiteY1" fmla="*/ 0 h 6858000"/>
              <a:gd name="connsiteX2" fmla="*/ 4253613 w 4253614"/>
              <a:gd name="connsiteY2" fmla="*/ 3432127 h 6858000"/>
              <a:gd name="connsiteX3" fmla="*/ 4251756 w 4253614"/>
              <a:gd name="connsiteY3" fmla="*/ 3433579 h 6858000"/>
              <a:gd name="connsiteX4" fmla="*/ 4253614 w 4253614"/>
              <a:gd name="connsiteY4" fmla="*/ 3435029 h 6858000"/>
              <a:gd name="connsiteX5" fmla="*/ 1579296 w 4253614"/>
              <a:gd name="connsiteY5" fmla="*/ 6858000 h 6858000"/>
              <a:gd name="connsiteX6" fmla="*/ 7155 w 4253614"/>
              <a:gd name="connsiteY6" fmla="*/ 6857999 h 6858000"/>
              <a:gd name="connsiteX7" fmla="*/ 2682607 w 4253614"/>
              <a:gd name="connsiteY7" fmla="*/ 3433579 h 6858000"/>
              <a:gd name="connsiteX8" fmla="*/ 0 w 4253614"/>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3614" h="6858000">
                <a:moveTo>
                  <a:pt x="0" y="0"/>
                </a:moveTo>
                <a:lnTo>
                  <a:pt x="1572141" y="0"/>
                </a:lnTo>
                <a:lnTo>
                  <a:pt x="4253613" y="3432127"/>
                </a:lnTo>
                <a:lnTo>
                  <a:pt x="4251756" y="3433579"/>
                </a:lnTo>
                <a:lnTo>
                  <a:pt x="4253614" y="3435029"/>
                </a:lnTo>
                <a:lnTo>
                  <a:pt x="1579296" y="6858000"/>
                </a:lnTo>
                <a:lnTo>
                  <a:pt x="7155" y="6857999"/>
                </a:lnTo>
                <a:lnTo>
                  <a:pt x="2682607" y="3433579"/>
                </a:lnTo>
                <a:lnTo>
                  <a:pt x="0" y="0"/>
                </a:lnTo>
                <a:close/>
              </a:path>
            </a:pathLst>
          </a:cu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sz="1350"/>
          </a:p>
        </p:txBody>
      </p:sp>
      <p:sp>
        <p:nvSpPr>
          <p:cNvPr id="37" name="任意多边形: 形状 36"/>
          <p:cNvSpPr/>
          <p:nvPr>
            <p:custDataLst>
              <p:tags r:id="rId4"/>
            </p:custDataLst>
          </p:nvPr>
        </p:nvSpPr>
        <p:spPr>
          <a:xfrm>
            <a:off x="770" y="0"/>
            <a:ext cx="2892593" cy="6858000"/>
          </a:xfrm>
          <a:custGeom>
            <a:avLst/>
            <a:gdLst>
              <a:gd name="connsiteX0" fmla="*/ 1183999 w 3856790"/>
              <a:gd name="connsiteY0" fmla="*/ 0 h 6858000"/>
              <a:gd name="connsiteX1" fmla="*/ 3856790 w 3856790"/>
              <a:gd name="connsiteY1" fmla="*/ 3421016 h 6858000"/>
              <a:gd name="connsiteX2" fmla="*/ 3854932 w 3856790"/>
              <a:gd name="connsiteY2" fmla="*/ 3422467 h 6858000"/>
              <a:gd name="connsiteX3" fmla="*/ 3856789 w 3856790"/>
              <a:gd name="connsiteY3" fmla="*/ 3423919 h 6858000"/>
              <a:gd name="connsiteX4" fmla="*/ 1173791 w 3856790"/>
              <a:gd name="connsiteY4" fmla="*/ 6858000 h 6858000"/>
              <a:gd name="connsiteX5" fmla="*/ 0 w 3856790"/>
              <a:gd name="connsiteY5" fmla="*/ 6858000 h 6858000"/>
              <a:gd name="connsiteX6" fmla="*/ 0 w 3856790"/>
              <a:gd name="connsiteY6" fmla="*/ 6348134 h 6858000"/>
              <a:gd name="connsiteX7" fmla="*/ 2285782 w 3856790"/>
              <a:gd name="connsiteY7" fmla="*/ 3422467 h 6858000"/>
              <a:gd name="connsiteX8" fmla="*/ 0 w 3856790"/>
              <a:gd name="connsiteY8" fmla="*/ 496800 h 6858000"/>
              <a:gd name="connsiteX9" fmla="*/ 0 w 3856790"/>
              <a:gd name="connsiteY9" fmla="*/ 1 h 6858000"/>
              <a:gd name="connsiteX10" fmla="*/ 1183999 w 3856790"/>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56790" h="6858000">
                <a:moveTo>
                  <a:pt x="1183999" y="0"/>
                </a:moveTo>
                <a:lnTo>
                  <a:pt x="3856790" y="3421016"/>
                </a:lnTo>
                <a:lnTo>
                  <a:pt x="3854932" y="3422467"/>
                </a:lnTo>
                <a:lnTo>
                  <a:pt x="3856789" y="3423919"/>
                </a:lnTo>
                <a:lnTo>
                  <a:pt x="1173791" y="6858000"/>
                </a:lnTo>
                <a:lnTo>
                  <a:pt x="0" y="6858000"/>
                </a:lnTo>
                <a:lnTo>
                  <a:pt x="0" y="6348134"/>
                </a:lnTo>
                <a:lnTo>
                  <a:pt x="2285782" y="3422467"/>
                </a:lnTo>
                <a:lnTo>
                  <a:pt x="0" y="496800"/>
                </a:lnTo>
                <a:lnTo>
                  <a:pt x="0" y="1"/>
                </a:lnTo>
                <a:lnTo>
                  <a:pt x="1183999" y="0"/>
                </a:lnTo>
                <a:close/>
              </a:path>
            </a:pathLst>
          </a:custGeom>
          <a:gradFill>
            <a:gsLst>
              <a:gs pos="0">
                <a:schemeClr val="accent1">
                  <a:lumMod val="65000"/>
                  <a:lumOff val="35000"/>
                </a:schemeClr>
              </a:gs>
              <a:gs pos="100000">
                <a:schemeClr val="accent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sz="1350"/>
          </a:p>
        </p:txBody>
      </p:sp>
      <p:sp>
        <p:nvSpPr>
          <p:cNvPr id="7" name="矩形 6"/>
          <p:cNvSpPr>
            <a:spLocks noChangeAspect="1"/>
          </p:cNvSpPr>
          <p:nvPr>
            <p:custDataLst>
              <p:tags r:id="rId5"/>
            </p:custDataLst>
          </p:nvPr>
        </p:nvSpPr>
        <p:spPr>
          <a:xfrm flipH="1">
            <a:off x="8537170" y="5866374"/>
            <a:ext cx="135000" cy="180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矩形 8"/>
          <p:cNvSpPr>
            <a:spLocks noChangeAspect="1"/>
          </p:cNvSpPr>
          <p:nvPr>
            <p:custDataLst>
              <p:tags r:id="rId6"/>
            </p:custDataLst>
          </p:nvPr>
        </p:nvSpPr>
        <p:spPr>
          <a:xfrm flipH="1">
            <a:off x="8537170" y="6104504"/>
            <a:ext cx="135000" cy="180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a:spLocks noChangeAspect="1"/>
          </p:cNvSpPr>
          <p:nvPr>
            <p:custDataLst>
              <p:tags r:id="rId7"/>
            </p:custDataLst>
          </p:nvPr>
        </p:nvSpPr>
        <p:spPr>
          <a:xfrm flipH="1">
            <a:off x="8351429" y="5866374"/>
            <a:ext cx="135000" cy="180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矩形 10"/>
          <p:cNvSpPr>
            <a:spLocks noChangeAspect="1"/>
          </p:cNvSpPr>
          <p:nvPr>
            <p:custDataLst>
              <p:tags r:id="rId8"/>
            </p:custDataLst>
          </p:nvPr>
        </p:nvSpPr>
        <p:spPr>
          <a:xfrm flipH="1">
            <a:off x="8351429" y="6104504"/>
            <a:ext cx="135000" cy="180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a:spLocks noChangeAspect="1"/>
          </p:cNvSpPr>
          <p:nvPr>
            <p:custDataLst>
              <p:tags r:id="rId9"/>
            </p:custDataLst>
          </p:nvPr>
        </p:nvSpPr>
        <p:spPr>
          <a:xfrm flipH="1">
            <a:off x="8166717" y="6104504"/>
            <a:ext cx="135000" cy="180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矩形 12"/>
          <p:cNvSpPr>
            <a:spLocks noChangeAspect="1"/>
          </p:cNvSpPr>
          <p:nvPr>
            <p:custDataLst>
              <p:tags r:id="rId10"/>
            </p:custDataLst>
          </p:nvPr>
        </p:nvSpPr>
        <p:spPr>
          <a:xfrm flipH="1">
            <a:off x="7981378" y="6104504"/>
            <a:ext cx="135000" cy="180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矩形 13"/>
          <p:cNvSpPr/>
          <p:nvPr>
            <p:custDataLst>
              <p:tags r:id="rId11"/>
            </p:custDataLst>
          </p:nvPr>
        </p:nvSpPr>
        <p:spPr>
          <a:xfrm flipH="1">
            <a:off x="4173038" y="3197355"/>
            <a:ext cx="1863000" cy="18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p:custDataLst>
              <p:tags r:id="rId12"/>
            </p:custDataLst>
          </p:nvPr>
        </p:nvSpPr>
        <p:spPr>
          <a:xfrm>
            <a:off x="4077000" y="3600000"/>
            <a:ext cx="4900500" cy="2055600"/>
          </a:xfrm>
        </p:spPr>
        <p:txBody>
          <a:bodyPr wrap="square" anchor="t">
            <a:normAutofit/>
          </a:bodyPr>
          <a:lstStyle>
            <a:lvl1pPr algn="l">
              <a:defRPr sz="4500"/>
            </a:lvl1pPr>
          </a:lstStyle>
          <a:p>
            <a:r>
              <a:rPr lang="zh-CN" altLang="en-US" dirty="0"/>
              <a:t>单击此处编辑母版标题样式</a:t>
            </a:r>
            <a:endParaRPr lang="zh-CN" altLang="en-US" dirty="0"/>
          </a:p>
        </p:txBody>
      </p:sp>
      <p:sp>
        <p:nvSpPr>
          <p:cNvPr id="8" name="节编号 3"/>
          <p:cNvSpPr>
            <a:spLocks noGrp="1"/>
          </p:cNvSpPr>
          <p:nvPr>
            <p:ph type="body" sz="quarter" idx="13" hasCustomPrompt="1"/>
            <p:custDataLst>
              <p:tags r:id="rId13"/>
            </p:custDataLst>
          </p:nvPr>
        </p:nvSpPr>
        <p:spPr>
          <a:xfrm>
            <a:off x="4077000" y="2005200"/>
            <a:ext cx="2921400" cy="831600"/>
          </a:xfrm>
        </p:spPr>
        <p:txBody>
          <a:bodyPr wrap="none" anchor="b">
            <a:normAutofit/>
          </a:bodyPr>
          <a:lstStyle>
            <a:lvl1pPr marL="0" indent="0" algn="l">
              <a:buNone/>
              <a:defRPr sz="3600" b="1">
                <a:solidFill>
                  <a:schemeClr val="accent1">
                    <a:lumMod val="60000"/>
                    <a:lumOff val="40000"/>
                  </a:schemeClr>
                </a:solidFill>
              </a:defRPr>
            </a:lvl1pPr>
          </a:lstStyle>
          <a:p>
            <a:pPr lvl="0"/>
            <a:r>
              <a:rPr lang="zh-CN" altLang="en-US" dirty="0"/>
              <a:t>节编号</a:t>
            </a:r>
            <a:endParaRPr lang="zh-CN" altLang="en-US" dirty="0"/>
          </a:p>
        </p:txBody>
      </p:sp>
      <p:sp>
        <p:nvSpPr>
          <p:cNvPr id="4" name="日期占位符 4"/>
          <p:cNvSpPr>
            <a:spLocks noGrp="1"/>
          </p:cNvSpPr>
          <p:nvPr>
            <p:ph type="dt" sz="half" idx="10"/>
            <p:custDataLst>
              <p:tags r:id="rId1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15"/>
            </p:custDataLst>
          </p:nvPr>
        </p:nvSpPr>
        <p:spPr/>
        <p:txBody>
          <a:bodyPr/>
          <a:lstStyle/>
          <a:p>
            <a:endParaRPr lang="zh-CN" altLang="en-US"/>
          </a:p>
        </p:txBody>
      </p:sp>
      <p:sp>
        <p:nvSpPr>
          <p:cNvPr id="6" name="灯片编号占位符 6"/>
          <p:cNvSpPr>
            <a:spLocks noGrp="1"/>
          </p:cNvSpPr>
          <p:nvPr>
            <p:ph type="sldNum" sz="quarter" idx="12"/>
            <p:custDataLst>
              <p:tags r:id="rId1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521970" y="1301750"/>
            <a:ext cx="399288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4629150" y="1301750"/>
            <a:ext cx="399288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521970" y="1301750"/>
            <a:ext cx="3992880" cy="411303"/>
          </a:xfrm>
        </p:spPr>
        <p:txBody>
          <a:bodyPr wrap="square"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单击此处编辑母版标题样式</a:t>
            </a:r>
            <a:endParaRPr lang="zh-CN" altLang="en-US" dirty="0"/>
          </a:p>
        </p:txBody>
      </p:sp>
      <p:sp>
        <p:nvSpPr>
          <p:cNvPr id="4" name="内容占位符 3"/>
          <p:cNvSpPr>
            <a:spLocks noGrp="1"/>
          </p:cNvSpPr>
          <p:nvPr>
            <p:ph sz="half" idx="2"/>
            <p:custDataLst>
              <p:tags r:id="rId3"/>
            </p:custDataLst>
          </p:nvPr>
        </p:nvSpPr>
        <p:spPr>
          <a:xfrm>
            <a:off x="521970" y="1875099"/>
            <a:ext cx="3992880" cy="4300276"/>
          </a:xfrm>
        </p:spPr>
        <p:txBody>
          <a:bodyPr wrap="square">
            <a:normAutofit/>
          </a:bodyPr>
          <a:lstStyle>
            <a:lvl1pPr>
              <a:defRPr sz="165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hasCustomPrompt="1"/>
            <p:custDataLst>
              <p:tags r:id="rId4"/>
            </p:custDataLst>
          </p:nvPr>
        </p:nvSpPr>
        <p:spPr>
          <a:xfrm>
            <a:off x="4629150" y="1301750"/>
            <a:ext cx="3992880" cy="411303"/>
          </a:xfrm>
        </p:spPr>
        <p:txBody>
          <a:bodyPr wrap="square"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单击此处编辑母版标题样式</a:t>
            </a:r>
            <a:endParaRPr lang="zh-CN" altLang="en-US" dirty="0"/>
          </a:p>
        </p:txBody>
      </p:sp>
      <p:sp>
        <p:nvSpPr>
          <p:cNvPr id="6" name="内容占位符 5"/>
          <p:cNvSpPr>
            <a:spLocks noGrp="1"/>
          </p:cNvSpPr>
          <p:nvPr>
            <p:ph sz="quarter" idx="4"/>
            <p:custDataLst>
              <p:tags r:id="rId5"/>
            </p:custDataLst>
          </p:nvPr>
        </p:nvSpPr>
        <p:spPr>
          <a:xfrm>
            <a:off x="4629150" y="1875099"/>
            <a:ext cx="3992880" cy="4300276"/>
          </a:xfrm>
        </p:spPr>
        <p:txBody>
          <a:bodyPr wrap="square">
            <a:normAutofit/>
          </a:bodyPr>
          <a:lstStyle>
            <a:lvl1pPr>
              <a:defRPr sz="165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521970" y="360045"/>
            <a:ext cx="8101489"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521970" y="1301750"/>
            <a:ext cx="8099316" cy="405553"/>
          </a:xfrm>
        </p:spPr>
        <p:txBody>
          <a:bodyPr wrap="square" anchor="t">
            <a:norm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32" name="任意多边形: 形状 31"/>
          <p:cNvSpPr/>
          <p:nvPr>
            <p:custDataLst>
              <p:tags r:id="rId2"/>
            </p:custDataLst>
          </p:nvPr>
        </p:nvSpPr>
        <p:spPr>
          <a:xfrm>
            <a:off x="1282974" y="0"/>
            <a:ext cx="3244830" cy="6857999"/>
          </a:xfrm>
          <a:custGeom>
            <a:avLst/>
            <a:gdLst>
              <a:gd name="connsiteX0" fmla="*/ 2601428 w 4326440"/>
              <a:gd name="connsiteY0" fmla="*/ 0 h 6857999"/>
              <a:gd name="connsiteX1" fmla="*/ 4173514 w 4326440"/>
              <a:gd name="connsiteY1" fmla="*/ 0 h 6857999"/>
              <a:gd name="connsiteX2" fmla="*/ 1570981 w 4326440"/>
              <a:gd name="connsiteY2" fmla="*/ 3331090 h 6857999"/>
              <a:gd name="connsiteX3" fmla="*/ 4326440 w 4326440"/>
              <a:gd name="connsiteY3" fmla="*/ 6857999 h 6857999"/>
              <a:gd name="connsiteX4" fmla="*/ 2754297 w 4326440"/>
              <a:gd name="connsiteY4" fmla="*/ 6857999 h 6857999"/>
              <a:gd name="connsiteX5" fmla="*/ 1 w 4326440"/>
              <a:gd name="connsiteY5" fmla="*/ 3332577 h 6857999"/>
              <a:gd name="connsiteX6" fmla="*/ 1858 w 4326440"/>
              <a:gd name="connsiteY6" fmla="*/ 3331127 h 6857999"/>
              <a:gd name="connsiteX7" fmla="*/ 0 w 4326440"/>
              <a:gd name="connsiteY7" fmla="*/ 3329676 h 6857999"/>
              <a:gd name="connsiteX8" fmla="*/ 2601428 w 4326440"/>
              <a:gd name="connsiteY8"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26440" h="6857999">
                <a:moveTo>
                  <a:pt x="2601428" y="0"/>
                </a:moveTo>
                <a:lnTo>
                  <a:pt x="4173514" y="0"/>
                </a:lnTo>
                <a:lnTo>
                  <a:pt x="1570981" y="3331090"/>
                </a:lnTo>
                <a:lnTo>
                  <a:pt x="4326440" y="6857999"/>
                </a:lnTo>
                <a:lnTo>
                  <a:pt x="2754297" y="6857999"/>
                </a:lnTo>
                <a:lnTo>
                  <a:pt x="1" y="3332577"/>
                </a:lnTo>
                <a:lnTo>
                  <a:pt x="1858" y="3331127"/>
                </a:lnTo>
                <a:lnTo>
                  <a:pt x="0" y="3329676"/>
                </a:lnTo>
                <a:lnTo>
                  <a:pt x="2601428" y="0"/>
                </a:lnTo>
                <a:close/>
              </a:path>
            </a:pathLst>
          </a:custGeom>
          <a:noFill/>
          <a:ln>
            <a:gradFill>
              <a:gsLst>
                <a:gs pos="0">
                  <a:schemeClr val="accent1">
                    <a:alpha val="5000"/>
                  </a:schemeClr>
                </a:gs>
                <a:gs pos="100000">
                  <a:schemeClr val="accent1">
                    <a:alpha val="50000"/>
                  </a:schemeClr>
                </a:gs>
              </a:gsLst>
              <a:lin ang="5160000" scaled="1"/>
            </a:gra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350">
              <a:sym typeface="+mn-ea"/>
            </a:endParaRPr>
          </a:p>
        </p:txBody>
      </p:sp>
      <p:sp>
        <p:nvSpPr>
          <p:cNvPr id="35" name="任意多边形: 形状 34"/>
          <p:cNvSpPr/>
          <p:nvPr>
            <p:custDataLst>
              <p:tags r:id="rId3"/>
            </p:custDataLst>
          </p:nvPr>
        </p:nvSpPr>
        <p:spPr>
          <a:xfrm>
            <a:off x="399054" y="0"/>
            <a:ext cx="3238134" cy="6857999"/>
          </a:xfrm>
          <a:custGeom>
            <a:avLst/>
            <a:gdLst>
              <a:gd name="connsiteX0" fmla="*/ 2610358 w 4317512"/>
              <a:gd name="connsiteY0" fmla="*/ 0 h 6857999"/>
              <a:gd name="connsiteX1" fmla="*/ 4182444 w 4317512"/>
              <a:gd name="connsiteY1" fmla="*/ 1 h 6857999"/>
              <a:gd name="connsiteX2" fmla="*/ 1570981 w 4317512"/>
              <a:gd name="connsiteY2" fmla="*/ 3342521 h 6857999"/>
              <a:gd name="connsiteX3" fmla="*/ 4317512 w 4317512"/>
              <a:gd name="connsiteY3" fmla="*/ 6857999 h 6857999"/>
              <a:gd name="connsiteX4" fmla="*/ 2745367 w 4317512"/>
              <a:gd name="connsiteY4" fmla="*/ 6857999 h 6857999"/>
              <a:gd name="connsiteX5" fmla="*/ 1 w 4317512"/>
              <a:gd name="connsiteY5" fmla="*/ 3344008 h 6857999"/>
              <a:gd name="connsiteX6" fmla="*/ 1858 w 4317512"/>
              <a:gd name="connsiteY6" fmla="*/ 3342558 h 6857999"/>
              <a:gd name="connsiteX7" fmla="*/ 0 w 4317512"/>
              <a:gd name="connsiteY7" fmla="*/ 3341106 h 6857999"/>
              <a:gd name="connsiteX8" fmla="*/ 2610358 w 4317512"/>
              <a:gd name="connsiteY8"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17512" h="6857999">
                <a:moveTo>
                  <a:pt x="2610358" y="0"/>
                </a:moveTo>
                <a:lnTo>
                  <a:pt x="4182444" y="1"/>
                </a:lnTo>
                <a:lnTo>
                  <a:pt x="1570981" y="3342521"/>
                </a:lnTo>
                <a:lnTo>
                  <a:pt x="4317512" y="6857999"/>
                </a:lnTo>
                <a:lnTo>
                  <a:pt x="2745367" y="6857999"/>
                </a:lnTo>
                <a:lnTo>
                  <a:pt x="1" y="3344008"/>
                </a:lnTo>
                <a:lnTo>
                  <a:pt x="1858" y="3342558"/>
                </a:lnTo>
                <a:lnTo>
                  <a:pt x="0" y="3341106"/>
                </a:lnTo>
                <a:lnTo>
                  <a:pt x="2610358" y="0"/>
                </a:lnTo>
                <a:close/>
              </a:path>
            </a:pathLst>
          </a:cu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sz="1350"/>
          </a:p>
        </p:txBody>
      </p:sp>
      <p:sp>
        <p:nvSpPr>
          <p:cNvPr id="38" name="任意多边形: 形状 37"/>
          <p:cNvSpPr/>
          <p:nvPr>
            <p:custDataLst>
              <p:tags r:id="rId4"/>
            </p:custDataLst>
          </p:nvPr>
        </p:nvSpPr>
        <p:spPr>
          <a:xfrm>
            <a:off x="935312" y="0"/>
            <a:ext cx="3244830" cy="6857999"/>
          </a:xfrm>
          <a:custGeom>
            <a:avLst/>
            <a:gdLst>
              <a:gd name="connsiteX0" fmla="*/ 2601429 w 4326440"/>
              <a:gd name="connsiteY0" fmla="*/ 0 h 6857999"/>
              <a:gd name="connsiteX1" fmla="*/ 4173514 w 4326440"/>
              <a:gd name="connsiteY1" fmla="*/ 0 h 6857999"/>
              <a:gd name="connsiteX2" fmla="*/ 1570981 w 4326440"/>
              <a:gd name="connsiteY2" fmla="*/ 3331090 h 6857999"/>
              <a:gd name="connsiteX3" fmla="*/ 4326440 w 4326440"/>
              <a:gd name="connsiteY3" fmla="*/ 6857999 h 6857999"/>
              <a:gd name="connsiteX4" fmla="*/ 2754297 w 4326440"/>
              <a:gd name="connsiteY4" fmla="*/ 6857999 h 6857999"/>
              <a:gd name="connsiteX5" fmla="*/ 1 w 4326440"/>
              <a:gd name="connsiteY5" fmla="*/ 3332577 h 6857999"/>
              <a:gd name="connsiteX6" fmla="*/ 1857 w 4326440"/>
              <a:gd name="connsiteY6" fmla="*/ 3331127 h 6857999"/>
              <a:gd name="connsiteX7" fmla="*/ 0 w 4326440"/>
              <a:gd name="connsiteY7" fmla="*/ 3329676 h 6857999"/>
              <a:gd name="connsiteX8" fmla="*/ 2601429 w 4326440"/>
              <a:gd name="connsiteY8"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26440" h="6857999">
                <a:moveTo>
                  <a:pt x="2601429" y="0"/>
                </a:moveTo>
                <a:lnTo>
                  <a:pt x="4173514" y="0"/>
                </a:lnTo>
                <a:lnTo>
                  <a:pt x="1570981" y="3331090"/>
                </a:lnTo>
                <a:lnTo>
                  <a:pt x="4326440" y="6857999"/>
                </a:lnTo>
                <a:lnTo>
                  <a:pt x="2754297" y="6857999"/>
                </a:lnTo>
                <a:lnTo>
                  <a:pt x="1" y="3332577"/>
                </a:lnTo>
                <a:lnTo>
                  <a:pt x="1857" y="3331127"/>
                </a:lnTo>
                <a:lnTo>
                  <a:pt x="0" y="3329676"/>
                </a:lnTo>
                <a:lnTo>
                  <a:pt x="2601429" y="0"/>
                </a:lnTo>
                <a:close/>
              </a:path>
            </a:pathLst>
          </a:custGeom>
          <a:gradFill>
            <a:gsLst>
              <a:gs pos="0">
                <a:schemeClr val="accent1">
                  <a:lumMod val="65000"/>
                  <a:lumOff val="35000"/>
                </a:schemeClr>
              </a:gs>
              <a:gs pos="100000">
                <a:schemeClr val="accent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sz="1350"/>
          </a:p>
        </p:txBody>
      </p:sp>
      <p:sp>
        <p:nvSpPr>
          <p:cNvPr id="7" name="矩形 6"/>
          <p:cNvSpPr>
            <a:spLocks noChangeAspect="1"/>
          </p:cNvSpPr>
          <p:nvPr>
            <p:custDataLst>
              <p:tags r:id="rId5"/>
            </p:custDataLst>
          </p:nvPr>
        </p:nvSpPr>
        <p:spPr>
          <a:xfrm flipH="1">
            <a:off x="8537170" y="5866374"/>
            <a:ext cx="135000" cy="180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a:spLocks noChangeAspect="1"/>
          </p:cNvSpPr>
          <p:nvPr>
            <p:custDataLst>
              <p:tags r:id="rId6"/>
            </p:custDataLst>
          </p:nvPr>
        </p:nvSpPr>
        <p:spPr>
          <a:xfrm flipH="1">
            <a:off x="8537170" y="6104504"/>
            <a:ext cx="135000" cy="180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矩形 8"/>
          <p:cNvSpPr>
            <a:spLocks noChangeAspect="1"/>
          </p:cNvSpPr>
          <p:nvPr>
            <p:custDataLst>
              <p:tags r:id="rId7"/>
            </p:custDataLst>
          </p:nvPr>
        </p:nvSpPr>
        <p:spPr>
          <a:xfrm flipH="1">
            <a:off x="8351429" y="5866374"/>
            <a:ext cx="135000" cy="180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矩形 10"/>
          <p:cNvSpPr>
            <a:spLocks noChangeAspect="1"/>
          </p:cNvSpPr>
          <p:nvPr>
            <p:custDataLst>
              <p:tags r:id="rId8"/>
            </p:custDataLst>
          </p:nvPr>
        </p:nvSpPr>
        <p:spPr>
          <a:xfrm flipH="1">
            <a:off x="8351429" y="6104504"/>
            <a:ext cx="135000" cy="180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a:spLocks noChangeAspect="1"/>
          </p:cNvSpPr>
          <p:nvPr>
            <p:custDataLst>
              <p:tags r:id="rId9"/>
            </p:custDataLst>
          </p:nvPr>
        </p:nvSpPr>
        <p:spPr>
          <a:xfrm flipH="1">
            <a:off x="8166717" y="6104504"/>
            <a:ext cx="135000" cy="180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矩形 12"/>
          <p:cNvSpPr>
            <a:spLocks noChangeAspect="1"/>
          </p:cNvSpPr>
          <p:nvPr>
            <p:custDataLst>
              <p:tags r:id="rId10"/>
            </p:custDataLst>
          </p:nvPr>
        </p:nvSpPr>
        <p:spPr>
          <a:xfrm flipH="1">
            <a:off x="7981378" y="6104504"/>
            <a:ext cx="135000" cy="180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ctrTitle" hasCustomPrompt="1"/>
            <p:custDataLst>
              <p:tags r:id="rId11"/>
            </p:custDataLst>
          </p:nvPr>
        </p:nvSpPr>
        <p:spPr>
          <a:xfrm>
            <a:off x="3445200" y="2671200"/>
            <a:ext cx="4498200" cy="1548000"/>
          </a:xfrm>
        </p:spPr>
        <p:txBody>
          <a:bodyPr wrap="square" anchor="t">
            <a:normAutofit/>
          </a:bodyPr>
          <a:lstStyle>
            <a:lvl1pPr algn="r">
              <a:lnSpc>
                <a:spcPct val="100000"/>
              </a:lnSpc>
              <a:defRPr sz="4950"/>
            </a:lvl1pPr>
          </a:lstStyle>
          <a:p>
            <a:r>
              <a:rPr lang="zh-CN" altLang="en-US" dirty="0"/>
              <a:t>编辑母版标题</a:t>
            </a:r>
            <a:endParaRPr lang="zh-CN" altLang="en-US" dirty="0"/>
          </a:p>
        </p:txBody>
      </p:sp>
      <p:sp>
        <p:nvSpPr>
          <p:cNvPr id="3" name="副标题 2"/>
          <p:cNvSpPr>
            <a:spLocks noGrp="1"/>
          </p:cNvSpPr>
          <p:nvPr>
            <p:ph type="subTitle" idx="1" hasCustomPrompt="1"/>
            <p:custDataLst>
              <p:tags r:id="rId12"/>
            </p:custDataLst>
          </p:nvPr>
        </p:nvSpPr>
        <p:spPr>
          <a:xfrm>
            <a:off x="3445669" y="1918970"/>
            <a:ext cx="4497705" cy="521970"/>
          </a:xfrm>
        </p:spPr>
        <p:txBody>
          <a:bodyPr wrap="square" anchor="b">
            <a:normAutofit/>
          </a:bodyPr>
          <a:lstStyle>
            <a:lvl1pPr marL="0" indent="0" algn="r">
              <a:lnSpc>
                <a:spcPct val="100000"/>
              </a:lnSpc>
              <a:buNone/>
              <a:defRPr sz="2100">
                <a:solidFill>
                  <a:schemeClr val="accent1">
                    <a:lumMod val="60000"/>
                    <a:lumOff val="40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endParaRPr lang="zh-CN" altLang="en-US" dirty="0"/>
          </a:p>
        </p:txBody>
      </p:sp>
      <p:sp>
        <p:nvSpPr>
          <p:cNvPr id="4" name="日期占位符 3"/>
          <p:cNvSpPr>
            <a:spLocks noGrp="1"/>
          </p:cNvSpPr>
          <p:nvPr>
            <p:ph type="dt" sz="half" idx="10"/>
            <p:custDataLst>
              <p:tags r:id="rId1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14"/>
            </p:custDataLst>
          </p:nvPr>
        </p:nvSpPr>
        <p:spPr/>
        <p:txBody>
          <a:bodyPr/>
          <a:lstStyle/>
          <a:p>
            <a:endParaRPr lang="zh-CN" altLang="en-US"/>
          </a:p>
        </p:txBody>
      </p:sp>
      <p:sp>
        <p:nvSpPr>
          <p:cNvPr id="6" name="灯片编号占位符 5"/>
          <p:cNvSpPr>
            <a:spLocks noGrp="1"/>
          </p:cNvSpPr>
          <p:nvPr>
            <p:ph type="sldNum" sz="quarter" idx="12"/>
            <p:custDataLst>
              <p:tags r:id="rId15"/>
            </p:custDataLst>
          </p:nvPr>
        </p:nvSpPr>
        <p:spPr>
          <a:xfrm>
            <a:off x="6457950" y="6356350"/>
            <a:ext cx="2057400" cy="365125"/>
          </a:xfrm>
        </p:spPr>
        <p:txBody>
          <a:bodyPr wrap="square">
            <a:normAutofit/>
          </a:bodyPr>
          <a:lstStyle/>
          <a:p>
            <a:fld id="{BE5F26B5-172A-4DC2-B0B7-181CFC56B87C}" type="slidenum">
              <a:rPr lang="zh-CN" altLang="en-US" smtClean="0"/>
            </a:fld>
            <a:endParaRPr lang="zh-CN" altLang="en-US"/>
          </a:p>
        </p:txBody>
      </p:sp>
      <p:sp>
        <p:nvSpPr>
          <p:cNvPr id="24" name="署名占位符 10"/>
          <p:cNvSpPr>
            <a:spLocks noGrp="1"/>
          </p:cNvSpPr>
          <p:nvPr>
            <p:ph type="body" sz="quarter" idx="17" hasCustomPrompt="1"/>
            <p:custDataLst>
              <p:tags r:id="rId16"/>
            </p:custDataLst>
          </p:nvPr>
        </p:nvSpPr>
        <p:spPr>
          <a:xfrm flipH="1">
            <a:off x="5737500" y="4446000"/>
            <a:ext cx="2138400" cy="576000"/>
          </a:xfrm>
          <a:prstGeom prst="chevron">
            <a:avLst>
              <a:gd name="adj" fmla="val 36771"/>
            </a:avLst>
          </a:prstGeom>
          <a:gradFill>
            <a:gsLst>
              <a:gs pos="0">
                <a:schemeClr val="accent1">
                  <a:lumMod val="65000"/>
                  <a:lumOff val="35000"/>
                </a:schemeClr>
              </a:gs>
              <a:gs pos="100000">
                <a:schemeClr val="accent1"/>
              </a:gs>
            </a:gsLst>
            <a:lin ang="4800000" scaled="0"/>
          </a:gradFill>
        </p:spPr>
        <p:txBody>
          <a:bodyPr wrap="square" anchor="ctr">
            <a:normAutofit/>
          </a:bodyPr>
          <a:lstStyle>
            <a:lvl1pPr marL="0" indent="0" algn="ctr">
              <a:lnSpc>
                <a:spcPct val="100000"/>
              </a:lnSpc>
              <a:buNone/>
              <a:defRPr sz="1350" b="1">
                <a:solidFill>
                  <a:srgbClr val="FFFFFF"/>
                </a:solidFill>
              </a:defRPr>
            </a:lvl1pPr>
          </a:lstStyle>
          <a:p>
            <a:pPr lvl="0"/>
            <a:r>
              <a:rPr lang="zh-CN" altLang="en-US" dirty="0"/>
              <a:t>署名</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8" name="@path_Ellipse 9 (Stroke)-2050&amp;12778"/>
          <p:cNvSpPr/>
          <p:nvPr userDrawn="1">
            <p:custDataLst>
              <p:tags r:id="rId2"/>
            </p:custDataLst>
          </p:nvPr>
        </p:nvSpPr>
        <p:spPr>
          <a:xfrm>
            <a:off x="6858000" y="857250"/>
            <a:ext cx="2283714" cy="3010662"/>
          </a:xfrm>
          <a:custGeom>
            <a:avLst/>
            <a:gdLst/>
            <a:ahLst/>
            <a:cxnLst/>
            <a:rect l="l" t="t" r="r" b="b"/>
            <a:pathLst>
              <a:path w="3044952" h="4014216">
                <a:moveTo>
                  <a:pt x="694944" y="0"/>
                </a:moveTo>
                <a:cubicBezTo>
                  <a:pt x="576072" y="301752"/>
                  <a:pt x="512064" y="621792"/>
                  <a:pt x="512064" y="969264"/>
                </a:cubicBezTo>
                <a:cubicBezTo>
                  <a:pt x="512064" y="2368296"/>
                  <a:pt x="1645920" y="3502152"/>
                  <a:pt x="3044952" y="3502152"/>
                </a:cubicBezTo>
                <a:lnTo>
                  <a:pt x="3044952" y="4014216"/>
                </a:lnTo>
                <a:cubicBezTo>
                  <a:pt x="1362456" y="4014216"/>
                  <a:pt x="0" y="2651760"/>
                  <a:pt x="0" y="969264"/>
                </a:cubicBezTo>
                <a:cubicBezTo>
                  <a:pt x="0" y="630936"/>
                  <a:pt x="54864" y="301752"/>
                  <a:pt x="155448" y="0"/>
                </a:cubicBezTo>
                <a:lnTo>
                  <a:pt x="694944" y="0"/>
                </a:lnTo>
              </a:path>
            </a:pathLst>
          </a:custGeom>
          <a:solidFill>
            <a:schemeClr val="accent1">
              <a:alpha val="10000"/>
            </a:schemeClr>
          </a:solidFill>
        </p:spPr>
        <p:txBody>
          <a:bodyPr/>
          <a:lstStyle/>
          <a:p>
            <a:endParaRPr lang="zh-CN" altLang="en-US" sz="1350"/>
          </a:p>
        </p:txBody>
      </p:sp>
      <p:sp>
        <p:nvSpPr>
          <p:cNvPr id="9" name="Ellipse 3 (Stroke)_#color-2050&amp;12715"/>
          <p:cNvSpPr/>
          <p:nvPr userDrawn="1">
            <p:custDataLst>
              <p:tags r:id="rId3"/>
            </p:custDataLst>
          </p:nvPr>
        </p:nvSpPr>
        <p:spPr>
          <a:xfrm>
            <a:off x="4638294" y="2311146"/>
            <a:ext cx="4505706" cy="3689604"/>
          </a:xfrm>
          <a:custGeom>
            <a:avLst/>
            <a:gdLst/>
            <a:ahLst/>
            <a:cxnLst/>
            <a:rect l="l" t="t" r="r" b="b"/>
            <a:pathLst>
              <a:path w="6007608" h="4919472">
                <a:moveTo>
                  <a:pt x="6007608" y="640080"/>
                </a:moveTo>
                <a:cubicBezTo>
                  <a:pt x="5394960" y="237744"/>
                  <a:pt x="4663440" y="0"/>
                  <a:pt x="3877056" y="0"/>
                </a:cubicBezTo>
                <a:cubicBezTo>
                  <a:pt x="1737360" y="0"/>
                  <a:pt x="0" y="1737360"/>
                  <a:pt x="0" y="3877056"/>
                </a:cubicBezTo>
                <a:cubicBezTo>
                  <a:pt x="0" y="4233672"/>
                  <a:pt x="45720" y="4581144"/>
                  <a:pt x="137160" y="4919472"/>
                </a:cubicBezTo>
                <a:lnTo>
                  <a:pt x="676656" y="4919472"/>
                </a:lnTo>
                <a:cubicBezTo>
                  <a:pt x="566928" y="4590288"/>
                  <a:pt x="512064" y="4233672"/>
                  <a:pt x="512064" y="3877056"/>
                </a:cubicBezTo>
                <a:cubicBezTo>
                  <a:pt x="512064" y="2011680"/>
                  <a:pt x="2011680" y="512064"/>
                  <a:pt x="3877056" y="512064"/>
                </a:cubicBezTo>
                <a:cubicBezTo>
                  <a:pt x="4681728" y="512064"/>
                  <a:pt x="5422392" y="795528"/>
                  <a:pt x="6007608" y="1271016"/>
                </a:cubicBezTo>
                <a:lnTo>
                  <a:pt x="6007608" y="640080"/>
                </a:lnTo>
              </a:path>
            </a:pathLst>
          </a:custGeom>
          <a:solidFill>
            <a:schemeClr val="accent1"/>
          </a:solidFill>
        </p:spPr>
      </p:sp>
      <p:sp>
        <p:nvSpPr>
          <p:cNvPr id="11" name="Ellipse 8 (Stroke)_#color-2050&amp;12718"/>
          <p:cNvSpPr/>
          <p:nvPr userDrawn="1">
            <p:custDataLst>
              <p:tags r:id="rId4"/>
            </p:custDataLst>
          </p:nvPr>
        </p:nvSpPr>
        <p:spPr>
          <a:xfrm>
            <a:off x="3984498" y="4293108"/>
            <a:ext cx="473202" cy="1488186"/>
          </a:xfrm>
          <a:custGeom>
            <a:avLst/>
            <a:gdLst/>
            <a:ahLst/>
            <a:cxnLst/>
            <a:rect l="l" t="t" r="r" b="b"/>
            <a:pathLst>
              <a:path w="630936" h="1984248">
                <a:moveTo>
                  <a:pt x="438912" y="9144"/>
                </a:moveTo>
                <a:cubicBezTo>
                  <a:pt x="576072" y="45720"/>
                  <a:pt x="658368" y="182880"/>
                  <a:pt x="621792" y="320040"/>
                </a:cubicBezTo>
                <a:cubicBezTo>
                  <a:pt x="512064" y="749808"/>
                  <a:pt x="475488" y="1216152"/>
                  <a:pt x="539496" y="1691640"/>
                </a:cubicBezTo>
                <a:cubicBezTo>
                  <a:pt x="557784" y="1828800"/>
                  <a:pt x="457200" y="1956816"/>
                  <a:pt x="320040" y="1975104"/>
                </a:cubicBezTo>
                <a:cubicBezTo>
                  <a:pt x="182880" y="1993392"/>
                  <a:pt x="54864" y="1901952"/>
                  <a:pt x="36576" y="1755648"/>
                </a:cubicBezTo>
                <a:cubicBezTo>
                  <a:pt x="-36576" y="1216152"/>
                  <a:pt x="0" y="685800"/>
                  <a:pt x="128016" y="192024"/>
                </a:cubicBezTo>
                <a:cubicBezTo>
                  <a:pt x="164592" y="54864"/>
                  <a:pt x="301752" y="-27432"/>
                  <a:pt x="438912" y="9144"/>
                </a:cubicBezTo>
              </a:path>
            </a:pathLst>
          </a:custGeom>
          <a:solidFill>
            <a:schemeClr val="accent1"/>
          </a:solidFill>
        </p:spPr>
      </p:sp>
      <p:sp>
        <p:nvSpPr>
          <p:cNvPr id="12" name="Ellipse 4 (Stroke)_#color_$accent2_$accent2-2050&amp;12721"/>
          <p:cNvSpPr/>
          <p:nvPr userDrawn="1">
            <p:custDataLst>
              <p:tags r:id="rId5"/>
            </p:custDataLst>
          </p:nvPr>
        </p:nvSpPr>
        <p:spPr>
          <a:xfrm>
            <a:off x="5054346" y="2318004"/>
            <a:ext cx="4087368" cy="1645920"/>
          </a:xfrm>
          <a:custGeom>
            <a:avLst/>
            <a:gdLst/>
            <a:ahLst/>
            <a:cxnLst/>
            <a:rect l="l" t="t" r="r" b="b"/>
            <a:pathLst>
              <a:path w="5449824" h="2194560">
                <a:moveTo>
                  <a:pt x="5449824" y="640080"/>
                </a:moveTo>
                <a:lnTo>
                  <a:pt x="5449824" y="1280160"/>
                </a:lnTo>
                <a:cubicBezTo>
                  <a:pt x="4864608" y="795528"/>
                  <a:pt x="4123944" y="512064"/>
                  <a:pt x="3310128" y="512064"/>
                </a:cubicBezTo>
                <a:cubicBezTo>
                  <a:pt x="2112264" y="512064"/>
                  <a:pt x="1060704" y="1133856"/>
                  <a:pt x="466344" y="2075688"/>
                </a:cubicBezTo>
                <a:cubicBezTo>
                  <a:pt x="393192" y="2194560"/>
                  <a:pt x="237744" y="2221992"/>
                  <a:pt x="118872" y="2148840"/>
                </a:cubicBezTo>
                <a:cubicBezTo>
                  <a:pt x="0" y="2075688"/>
                  <a:pt x="-36576" y="1920240"/>
                  <a:pt x="36576" y="1801368"/>
                </a:cubicBezTo>
                <a:cubicBezTo>
                  <a:pt x="722376" y="722376"/>
                  <a:pt x="1929384" y="0"/>
                  <a:pt x="3310128" y="0"/>
                </a:cubicBezTo>
                <a:cubicBezTo>
                  <a:pt x="4096512" y="0"/>
                  <a:pt x="4837176" y="237744"/>
                  <a:pt x="5449824" y="640080"/>
                </a:cubicBezTo>
              </a:path>
            </a:pathLst>
          </a:custGeom>
          <a:gradFill>
            <a:gsLst>
              <a:gs pos="0">
                <a:schemeClr val="accent1">
                  <a:lumMod val="75000"/>
                  <a:alpha val="70000"/>
                </a:schemeClr>
              </a:gs>
              <a:gs pos="70313">
                <a:schemeClr val="accent2">
                  <a:alpha val="0"/>
                </a:schemeClr>
              </a:gs>
            </a:gsLst>
            <a:lin ang="74674" scaled="0"/>
          </a:gradFill>
          <a:ln w="25400">
            <a:noFill/>
          </a:ln>
          <a:effectLst/>
        </p:spPr>
        <p:style>
          <a:lnRef idx="2">
            <a:schemeClr val="accent1">
              <a:lumMod val="75000"/>
            </a:schemeClr>
          </a:lnRef>
          <a:fillRef idx="1">
            <a:schemeClr val="accent1"/>
          </a:fillRef>
          <a:effectRef idx="0">
            <a:srgbClr val="FFFFFF"/>
          </a:effectRef>
          <a:fontRef idx="minor">
            <a:schemeClr val="lt1"/>
          </a:fontRef>
        </p:style>
      </p:sp>
      <p:sp>
        <p:nvSpPr>
          <p:cNvPr id="13" name="Ellipse 10 (Stroke)_#color-2050&amp;12724"/>
          <p:cNvSpPr/>
          <p:nvPr userDrawn="1">
            <p:custDataLst>
              <p:tags r:id="rId6"/>
            </p:custDataLst>
          </p:nvPr>
        </p:nvSpPr>
        <p:spPr>
          <a:xfrm>
            <a:off x="0" y="857250"/>
            <a:ext cx="1309878" cy="1241298"/>
          </a:xfrm>
          <a:custGeom>
            <a:avLst/>
            <a:gdLst/>
            <a:ahLst/>
            <a:cxnLst/>
            <a:rect l="l" t="t" r="r" b="b"/>
            <a:pathLst>
              <a:path w="1746504" h="1655064">
                <a:moveTo>
                  <a:pt x="0" y="1133856"/>
                </a:moveTo>
                <a:cubicBezTo>
                  <a:pt x="384048" y="1051560"/>
                  <a:pt x="731520" y="841248"/>
                  <a:pt x="978408" y="502920"/>
                </a:cubicBezTo>
                <a:cubicBezTo>
                  <a:pt x="1088136" y="347472"/>
                  <a:pt x="1170432" y="173736"/>
                  <a:pt x="1216152" y="0"/>
                </a:cubicBezTo>
                <a:lnTo>
                  <a:pt x="1746504" y="0"/>
                </a:lnTo>
                <a:cubicBezTo>
                  <a:pt x="1682496" y="274320"/>
                  <a:pt x="1563624" y="548640"/>
                  <a:pt x="1389888" y="795528"/>
                </a:cubicBezTo>
                <a:cubicBezTo>
                  <a:pt x="1042416" y="1271016"/>
                  <a:pt x="539496" y="1563624"/>
                  <a:pt x="0" y="1655064"/>
                </a:cubicBezTo>
                <a:lnTo>
                  <a:pt x="0" y="1133856"/>
                </a:lnTo>
              </a:path>
            </a:pathLst>
          </a:custGeom>
          <a:solidFill>
            <a:schemeClr val="accent1">
              <a:alpha val="10000"/>
            </a:schemeClr>
          </a:solidFill>
        </p:spPr>
      </p:sp>
      <p:sp>
        <p:nvSpPr>
          <p:cNvPr id="2" name="标题 1"/>
          <p:cNvSpPr>
            <a:spLocks noGrp="1"/>
          </p:cNvSpPr>
          <p:nvPr>
            <p:ph type="ctrTitle"/>
            <p:custDataLst>
              <p:tags r:id="rId7"/>
            </p:custDataLst>
          </p:nvPr>
        </p:nvSpPr>
        <p:spPr>
          <a:xfrm>
            <a:off x="654844" y="2215515"/>
            <a:ext cx="4324350" cy="1557338"/>
          </a:xfrm>
        </p:spPr>
        <p:txBody>
          <a:bodyPr wrap="square" anchor="b" anchorCtr="0">
            <a:normAutofit/>
          </a:bodyPr>
          <a:lstStyle>
            <a:lvl1pPr algn="l">
              <a:lnSpc>
                <a:spcPct val="100000"/>
              </a:lnSpc>
              <a:defRPr sz="5400">
                <a:solidFill>
                  <a:schemeClr val="tx1"/>
                </a:solidFill>
                <a:latin typeface="+mj-ea"/>
                <a:ea typeface="+mj-ea"/>
                <a:cs typeface="+mj-ea"/>
              </a:defRPr>
            </a:lvl1pPr>
          </a:lstStyle>
          <a:p>
            <a:r>
              <a:rPr lang="zh-CN" altLang="en-US" dirty="0"/>
              <a:t>单击此处编辑母版标题样式</a:t>
            </a:r>
            <a:endParaRPr lang="zh-CN" altLang="en-US" dirty="0"/>
          </a:p>
        </p:txBody>
      </p:sp>
      <p:sp>
        <p:nvSpPr>
          <p:cNvPr id="4" name="日期占位符 3"/>
          <p:cNvSpPr>
            <a:spLocks noGrp="1"/>
          </p:cNvSpPr>
          <p:nvPr>
            <p:ph type="dt" sz="half" idx="10"/>
            <p:custDataLst>
              <p:tags r:id="rId8"/>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9"/>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10"/>
            </p:custDataLst>
          </p:nvPr>
        </p:nvSpPr>
        <p:spPr>
          <a:xfrm>
            <a:off x="6457950" y="5624513"/>
            <a:ext cx="2057400" cy="273844"/>
          </a:xfrm>
        </p:spPr>
        <p:txBody>
          <a:bodyPr wrap="square">
            <a:normAutofit/>
          </a:bodyPr>
          <a:lstStyle/>
          <a:p>
            <a:fld id="{BE5F26B5-172A-4DC2-B0B7-181CFC56B87C}" type="slidenum">
              <a:rPr lang="zh-CN" altLang="en-US" smtClean="0"/>
            </a:fld>
            <a:endParaRPr lang="zh-CN" altLang="en-US"/>
          </a:p>
        </p:txBody>
      </p:sp>
      <p:sp>
        <p:nvSpPr>
          <p:cNvPr id="24" name="署名占位符 10"/>
          <p:cNvSpPr>
            <a:spLocks noGrp="1"/>
          </p:cNvSpPr>
          <p:nvPr>
            <p:ph type="body" sz="quarter" idx="17" hasCustomPrompt="1"/>
            <p:custDataLst>
              <p:tags r:id="rId11"/>
            </p:custDataLst>
          </p:nvPr>
        </p:nvSpPr>
        <p:spPr>
          <a:xfrm>
            <a:off x="628650" y="4029075"/>
            <a:ext cx="1991201" cy="454819"/>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2400">
                <a:solidFill>
                  <a:srgbClr val="FFFFFF"/>
                </a:solidFill>
                <a:latin typeface="+mn-ea"/>
                <a:ea typeface="+mn-ea"/>
                <a:cs typeface="+mn-ea"/>
              </a:defRPr>
            </a:lvl1pPr>
          </a:lstStyle>
          <a:p>
            <a:pPr lvl="0"/>
            <a:r>
              <a:rPr lang="zh-CN" altLang="en-US" dirty="0"/>
              <a:t>署名</a:t>
            </a:r>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p:txBody>
          <a:bodyPr wrap="square">
            <a:normAutofit/>
          </a:bodyPr>
          <a:lstStyle>
            <a:lvl1pPr>
              <a:defRPr>
                <a:latin typeface="+mn-ea"/>
                <a:ea typeface="+mn-ea"/>
                <a:cs typeface="+mn-ea"/>
              </a:defRPr>
            </a:lvl1pPr>
            <a:lvl2pPr>
              <a:defRPr>
                <a:latin typeface="+mn-ea"/>
                <a:ea typeface="+mn-ea"/>
                <a:cs typeface="+mn-ea"/>
              </a:defRPr>
            </a:lvl2pPr>
            <a:lvl3pPr>
              <a:defRPr>
                <a:latin typeface="+mn-ea"/>
                <a:ea typeface="+mn-ea"/>
                <a:cs typeface="+mn-ea"/>
              </a:defRPr>
            </a:lvl3pPr>
            <a:lvl4pPr>
              <a:defRPr>
                <a:latin typeface="+mn-ea"/>
                <a:ea typeface="+mn-ea"/>
                <a:cs typeface="+mn-ea"/>
              </a:defRPr>
            </a:lvl4pPr>
            <a:lvl5pPr>
              <a:defRPr>
                <a:latin typeface="+mn-ea"/>
                <a:ea typeface="+mn-ea"/>
                <a:cs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3"/>
            </p:custDataLst>
          </p:nvPr>
        </p:nvSpPr>
        <p:spPr/>
        <p:txBody>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4"/>
            </p:custDataLst>
          </p:nvPr>
        </p:nvSpPr>
        <p:spPr/>
        <p:txBody>
          <a:bodyPr/>
          <a:lstStyle/>
          <a:p>
            <a:endParaRPr lang="zh-CN" altLang="en-US" dirty="0"/>
          </a:p>
        </p:txBody>
      </p:sp>
      <p:sp>
        <p:nvSpPr>
          <p:cNvPr id="9" name="灯片编号占位符 8"/>
          <p:cNvSpPr>
            <a:spLocks noGrp="1"/>
          </p:cNvSpPr>
          <p:nvPr>
            <p:ph type="sldNum" sz="quarter" idx="12"/>
            <p:custDataLst>
              <p:tags r:id="rId5"/>
            </p:custDataLst>
          </p:nvPr>
        </p:nvSpPr>
        <p:spPr/>
        <p:txBody>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4" name="Ellipse 75 (Stroke)_#color-2050&amp;12727"/>
          <p:cNvSpPr/>
          <p:nvPr userDrawn="1">
            <p:custDataLst>
              <p:tags r:id="rId2"/>
            </p:custDataLst>
          </p:nvPr>
        </p:nvSpPr>
        <p:spPr>
          <a:xfrm>
            <a:off x="2462022" y="857250"/>
            <a:ext cx="1728216" cy="5143500"/>
          </a:xfrm>
          <a:custGeom>
            <a:avLst/>
            <a:gdLst/>
            <a:ahLst/>
            <a:cxnLst/>
            <a:rect l="l" t="t" r="r" b="b"/>
            <a:pathLst>
              <a:path w="2304288" h="6858000">
                <a:moveTo>
                  <a:pt x="0" y="6858000"/>
                </a:moveTo>
                <a:lnTo>
                  <a:pt x="813816" y="6858000"/>
                </a:lnTo>
                <a:cubicBezTo>
                  <a:pt x="1728216" y="6007608"/>
                  <a:pt x="2304288" y="4782312"/>
                  <a:pt x="2304288" y="3429000"/>
                </a:cubicBezTo>
                <a:cubicBezTo>
                  <a:pt x="2304288" y="2075688"/>
                  <a:pt x="1728216" y="850392"/>
                  <a:pt x="813816" y="0"/>
                </a:cubicBezTo>
                <a:lnTo>
                  <a:pt x="0" y="0"/>
                </a:lnTo>
                <a:cubicBezTo>
                  <a:pt x="1088136" y="749808"/>
                  <a:pt x="1801368" y="2011680"/>
                  <a:pt x="1801368" y="3429000"/>
                </a:cubicBezTo>
                <a:cubicBezTo>
                  <a:pt x="1801368" y="4846320"/>
                  <a:pt x="1088136" y="6108192"/>
                  <a:pt x="0" y="6858000"/>
                </a:cubicBezTo>
              </a:path>
            </a:pathLst>
          </a:custGeom>
          <a:solidFill>
            <a:schemeClr val="accent1">
              <a:alpha val="10000"/>
            </a:schemeClr>
          </a:solidFill>
        </p:spPr>
      </p:sp>
      <p:sp>
        <p:nvSpPr>
          <p:cNvPr id="5" name="Ellipse 3 (Stroke)_#color-2050&amp;12730"/>
          <p:cNvSpPr/>
          <p:nvPr userDrawn="1">
            <p:custDataLst>
              <p:tags r:id="rId3"/>
            </p:custDataLst>
          </p:nvPr>
        </p:nvSpPr>
        <p:spPr>
          <a:xfrm>
            <a:off x="0" y="857250"/>
            <a:ext cx="3504438" cy="5143500"/>
          </a:xfrm>
          <a:custGeom>
            <a:avLst/>
            <a:gdLst/>
            <a:ahLst/>
            <a:cxnLst/>
            <a:rect l="l" t="t" r="r" b="b"/>
            <a:pathLst>
              <a:path w="4672584" h="6858000">
                <a:moveTo>
                  <a:pt x="0" y="6848856"/>
                </a:moveTo>
                <a:lnTo>
                  <a:pt x="0" y="6858000"/>
                </a:lnTo>
                <a:lnTo>
                  <a:pt x="45720" y="6858000"/>
                </a:lnTo>
                <a:cubicBezTo>
                  <a:pt x="27432" y="6858000"/>
                  <a:pt x="18288" y="6848856"/>
                  <a:pt x="0" y="6848856"/>
                </a:cubicBezTo>
                <a:moveTo>
                  <a:pt x="1261872" y="6858000"/>
                </a:moveTo>
                <a:cubicBezTo>
                  <a:pt x="1463040" y="6821424"/>
                  <a:pt x="1664208" y="6766560"/>
                  <a:pt x="1856232" y="6693408"/>
                </a:cubicBezTo>
                <a:cubicBezTo>
                  <a:pt x="3666744" y="6035040"/>
                  <a:pt x="4590288" y="4032504"/>
                  <a:pt x="3931920" y="2221992"/>
                </a:cubicBezTo>
                <a:cubicBezTo>
                  <a:pt x="3493008" y="1033272"/>
                  <a:pt x="2478024" y="228600"/>
                  <a:pt x="1316736" y="0"/>
                </a:cubicBezTo>
                <a:lnTo>
                  <a:pt x="2752344" y="0"/>
                </a:lnTo>
                <a:cubicBezTo>
                  <a:pt x="3493008" y="457200"/>
                  <a:pt x="4096512" y="1152144"/>
                  <a:pt x="4425696" y="2039112"/>
                </a:cubicBezTo>
                <a:cubicBezTo>
                  <a:pt x="5093208" y="3877056"/>
                  <a:pt x="4343400" y="5888736"/>
                  <a:pt x="2734056" y="6858000"/>
                </a:cubicBezTo>
                <a:lnTo>
                  <a:pt x="1261872" y="6858000"/>
                </a:lnTo>
              </a:path>
            </a:pathLst>
          </a:custGeom>
          <a:solidFill>
            <a:schemeClr val="accent1"/>
          </a:solidFill>
        </p:spPr>
      </p:sp>
      <p:sp>
        <p:nvSpPr>
          <p:cNvPr id="6" name="Ellipse 4 (Stroke)_#color_$accent2_$accent2-2050&amp;12733"/>
          <p:cNvSpPr/>
          <p:nvPr userDrawn="1">
            <p:custDataLst>
              <p:tags r:id="rId4"/>
            </p:custDataLst>
          </p:nvPr>
        </p:nvSpPr>
        <p:spPr>
          <a:xfrm>
            <a:off x="0" y="3826764"/>
            <a:ext cx="3435858" cy="2173986"/>
          </a:xfrm>
          <a:custGeom>
            <a:avLst/>
            <a:gdLst/>
            <a:ahLst/>
            <a:cxnLst/>
            <a:rect l="l" t="t" r="r" b="b"/>
            <a:pathLst>
              <a:path w="4581144" h="2898648">
                <a:moveTo>
                  <a:pt x="4078224" y="201168"/>
                </a:moveTo>
                <a:cubicBezTo>
                  <a:pt x="3831336" y="1335024"/>
                  <a:pt x="3035808" y="2313432"/>
                  <a:pt x="1865376" y="2743200"/>
                </a:cubicBezTo>
                <a:cubicBezTo>
                  <a:pt x="1682496" y="2807208"/>
                  <a:pt x="1499616" y="2862072"/>
                  <a:pt x="1307592" y="2898648"/>
                </a:cubicBezTo>
                <a:lnTo>
                  <a:pt x="2715768" y="2898648"/>
                </a:lnTo>
                <a:cubicBezTo>
                  <a:pt x="3685032" y="2322576"/>
                  <a:pt x="4343400" y="1371600"/>
                  <a:pt x="4572000" y="310896"/>
                </a:cubicBezTo>
                <a:cubicBezTo>
                  <a:pt x="4599432" y="173736"/>
                  <a:pt x="4517136" y="36576"/>
                  <a:pt x="4379976" y="9144"/>
                </a:cubicBezTo>
                <a:cubicBezTo>
                  <a:pt x="4242816" y="-27432"/>
                  <a:pt x="4105656" y="64008"/>
                  <a:pt x="4078224" y="201168"/>
                </a:cubicBezTo>
                <a:moveTo>
                  <a:pt x="9144" y="2898648"/>
                </a:moveTo>
                <a:cubicBezTo>
                  <a:pt x="9144" y="2898648"/>
                  <a:pt x="0" y="2898648"/>
                  <a:pt x="0" y="2898648"/>
                </a:cubicBezTo>
                <a:lnTo>
                  <a:pt x="0" y="2898648"/>
                </a:lnTo>
                <a:lnTo>
                  <a:pt x="9144" y="2898648"/>
                </a:lnTo>
              </a:path>
            </a:pathLst>
          </a:custGeom>
          <a:gradFill>
            <a:gsLst>
              <a:gs pos="100000">
                <a:schemeClr val="accent1">
                  <a:lumMod val="75000"/>
                  <a:alpha val="70000"/>
                </a:schemeClr>
              </a:gs>
              <a:gs pos="73000">
                <a:schemeClr val="accent2">
                  <a:alpha val="0"/>
                </a:schemeClr>
              </a:gs>
            </a:gsLst>
            <a:lin ang="0" scaled="0"/>
          </a:gradFill>
          <a:ln w="25400">
            <a:noFill/>
          </a:ln>
          <a:effectLst/>
        </p:spPr>
        <p:style>
          <a:lnRef idx="2">
            <a:schemeClr val="accent1">
              <a:lumMod val="75000"/>
            </a:schemeClr>
          </a:lnRef>
          <a:fillRef idx="1">
            <a:schemeClr val="accent1"/>
          </a:fillRef>
          <a:effectRef idx="0">
            <a:srgbClr val="FFFFFF"/>
          </a:effectRef>
          <a:fontRef idx="minor">
            <a:schemeClr val="lt1"/>
          </a:fontRef>
        </p:style>
      </p:sp>
      <p:sp>
        <p:nvSpPr>
          <p:cNvPr id="2" name="标题 1"/>
          <p:cNvSpPr>
            <a:spLocks noGrp="1"/>
          </p:cNvSpPr>
          <p:nvPr>
            <p:ph type="title" hasCustomPrompt="1"/>
            <p:custDataLst>
              <p:tags r:id="rId5"/>
            </p:custDataLst>
          </p:nvPr>
        </p:nvSpPr>
        <p:spPr>
          <a:xfrm>
            <a:off x="935644" y="2936581"/>
            <a:ext cx="1993511" cy="984909"/>
          </a:xfrm>
        </p:spPr>
        <p:txBody>
          <a:bodyPr wrap="square" anchor="ctr" anchorCtr="0">
            <a:normAutofit/>
          </a:bodyPr>
          <a:lstStyle>
            <a:lvl1pPr>
              <a:defRPr sz="4800">
                <a:latin typeface="+mj-ea"/>
                <a:ea typeface="+mj-ea"/>
                <a:cs typeface="+mj-ea"/>
              </a:defRPr>
            </a:lvl1pPr>
          </a:lstStyle>
          <a:p>
            <a:r>
              <a:rPr lang="zh-CN" altLang="en-US" dirty="0"/>
              <a:t>标题</a:t>
            </a:r>
            <a:endParaRPr lang="zh-CN" altLang="en-US" dirty="0"/>
          </a:p>
        </p:txBody>
      </p:sp>
      <p:sp>
        <p:nvSpPr>
          <p:cNvPr id="7" name="日期占位符 3"/>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7"/>
            </p:custDataLst>
          </p:nvPr>
        </p:nvSpPr>
        <p:spPr/>
        <p:txBody>
          <a:bodyPr/>
          <a:lstStyle/>
          <a:p>
            <a:endParaRPr lang="zh-CN" altLang="en-US"/>
          </a:p>
        </p:txBody>
      </p:sp>
      <p:sp>
        <p:nvSpPr>
          <p:cNvPr id="9" name="灯片编号占位符 5"/>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7" name="bg_#color-2050&amp;12358"/>
          <p:cNvSpPr/>
          <p:nvPr userDrawn="1">
            <p:custDataLst>
              <p:tags r:id="rId2"/>
            </p:custDataLst>
          </p:nvPr>
        </p:nvSpPr>
        <p:spPr>
          <a:xfrm>
            <a:off x="1143" y="857250"/>
            <a:ext cx="9141714" cy="5143500"/>
          </a:xfrm>
          <a:custGeom>
            <a:avLst/>
            <a:gdLst/>
            <a:ahLst/>
            <a:cxnLst/>
            <a:rect l="l" t="t" r="r" b="b"/>
            <a:pathLst>
              <a:path w="12188952" h="6858000">
                <a:moveTo>
                  <a:pt x="0" y="0"/>
                </a:moveTo>
                <a:lnTo>
                  <a:pt x="12188952" y="0"/>
                </a:lnTo>
                <a:lnTo>
                  <a:pt x="12188952" y="6858000"/>
                </a:lnTo>
                <a:lnTo>
                  <a:pt x="0" y="6858000"/>
                </a:lnTo>
                <a:lnTo>
                  <a:pt x="0" y="0"/>
                </a:lnTo>
              </a:path>
            </a:pathLst>
          </a:custGeom>
          <a:solidFill>
            <a:schemeClr val="accent1"/>
          </a:solidFill>
        </p:spPr>
      </p:sp>
      <p:sp>
        <p:nvSpPr>
          <p:cNvPr id="9" name="Ellipse 5 (Stroke)_#color-2050&amp;12736"/>
          <p:cNvSpPr/>
          <p:nvPr userDrawn="1">
            <p:custDataLst>
              <p:tags r:id="rId3"/>
            </p:custDataLst>
          </p:nvPr>
        </p:nvSpPr>
        <p:spPr>
          <a:xfrm>
            <a:off x="0" y="857250"/>
            <a:ext cx="3106674" cy="3408426"/>
          </a:xfrm>
          <a:custGeom>
            <a:avLst/>
            <a:gdLst/>
            <a:ahLst/>
            <a:cxnLst/>
            <a:rect l="l" t="t" r="r" b="b"/>
            <a:pathLst>
              <a:path w="4142232" h="4544568">
                <a:moveTo>
                  <a:pt x="0" y="4032504"/>
                </a:moveTo>
                <a:cubicBezTo>
                  <a:pt x="91440" y="4032504"/>
                  <a:pt x="173736" y="4041648"/>
                  <a:pt x="265176" y="4041648"/>
                </a:cubicBezTo>
                <a:cubicBezTo>
                  <a:pt x="2121408" y="4041648"/>
                  <a:pt x="3630168" y="2532888"/>
                  <a:pt x="3630168" y="676656"/>
                </a:cubicBezTo>
                <a:cubicBezTo>
                  <a:pt x="3630168" y="438912"/>
                  <a:pt x="3611880" y="219456"/>
                  <a:pt x="3566160" y="0"/>
                </a:cubicBezTo>
                <a:lnTo>
                  <a:pt x="4078224" y="0"/>
                </a:lnTo>
                <a:cubicBezTo>
                  <a:pt x="4123944" y="219456"/>
                  <a:pt x="4142232" y="448056"/>
                  <a:pt x="4142232" y="676656"/>
                </a:cubicBezTo>
                <a:cubicBezTo>
                  <a:pt x="4142232" y="2816352"/>
                  <a:pt x="2404872" y="4544568"/>
                  <a:pt x="265176" y="4544568"/>
                </a:cubicBezTo>
                <a:cubicBezTo>
                  <a:pt x="173736" y="4544568"/>
                  <a:pt x="91440" y="4544568"/>
                  <a:pt x="0" y="4535424"/>
                </a:cubicBezTo>
                <a:lnTo>
                  <a:pt x="0" y="4032504"/>
                </a:lnTo>
              </a:path>
            </a:pathLst>
          </a:custGeom>
          <a:solidFill>
            <a:schemeClr val="accent1">
              <a:lumMod val="40000"/>
              <a:lumOff val="60000"/>
              <a:alpha val="75000"/>
            </a:schemeClr>
          </a:solidFill>
        </p:spPr>
      </p:sp>
      <p:sp>
        <p:nvSpPr>
          <p:cNvPr id="10" name="Ellipse 3 (Stroke)_#color_$lt1_$lt1-2050&amp;12739"/>
          <p:cNvSpPr/>
          <p:nvPr userDrawn="1">
            <p:custDataLst>
              <p:tags r:id="rId4"/>
            </p:custDataLst>
          </p:nvPr>
        </p:nvSpPr>
        <p:spPr>
          <a:xfrm>
            <a:off x="0" y="1906524"/>
            <a:ext cx="4574286" cy="4094226"/>
          </a:xfrm>
          <a:custGeom>
            <a:avLst/>
            <a:gdLst/>
            <a:ahLst/>
            <a:cxnLst/>
            <a:rect l="l" t="t" r="r" b="b"/>
            <a:pathLst>
              <a:path w="6099048" h="5458968">
                <a:moveTo>
                  <a:pt x="5760720" y="5458968"/>
                </a:moveTo>
                <a:cubicBezTo>
                  <a:pt x="5971032" y="4974336"/>
                  <a:pt x="6099048" y="4434840"/>
                  <a:pt x="6099048" y="3877056"/>
                </a:cubicBezTo>
                <a:cubicBezTo>
                  <a:pt x="6099048" y="1737360"/>
                  <a:pt x="4361688" y="0"/>
                  <a:pt x="2221992" y="0"/>
                </a:cubicBezTo>
                <a:cubicBezTo>
                  <a:pt x="1399032" y="0"/>
                  <a:pt x="630936" y="256032"/>
                  <a:pt x="0" y="704088"/>
                </a:cubicBezTo>
                <a:lnTo>
                  <a:pt x="0" y="1344168"/>
                </a:lnTo>
                <a:cubicBezTo>
                  <a:pt x="594360" y="822960"/>
                  <a:pt x="1371600" y="512064"/>
                  <a:pt x="2221992" y="512064"/>
                </a:cubicBezTo>
                <a:cubicBezTo>
                  <a:pt x="4078224" y="512064"/>
                  <a:pt x="5586984" y="2011680"/>
                  <a:pt x="5586984" y="3877056"/>
                </a:cubicBezTo>
                <a:cubicBezTo>
                  <a:pt x="5586984" y="4443984"/>
                  <a:pt x="5440680" y="4992624"/>
                  <a:pt x="5193792" y="5458968"/>
                </a:cubicBezTo>
                <a:lnTo>
                  <a:pt x="5760720" y="5458968"/>
                </a:lnTo>
              </a:path>
            </a:pathLst>
          </a:custGeom>
          <a:gradFill>
            <a:gsLst>
              <a:gs pos="41000">
                <a:schemeClr val="lt1">
                  <a:alpha val="45000"/>
                </a:schemeClr>
              </a:gs>
              <a:gs pos="0">
                <a:srgbClr val="FFFFFF">
                  <a:alpha val="0"/>
                </a:srgbClr>
              </a:gs>
              <a:gs pos="100000">
                <a:schemeClr val="lt1">
                  <a:alpha val="0"/>
                </a:schemeClr>
              </a:gs>
            </a:gsLst>
            <a:lin ang="540000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1" name="Ellipse 4 (Stroke)_#color_$lt1_$accent1-2050&amp;12742"/>
          <p:cNvSpPr/>
          <p:nvPr userDrawn="1">
            <p:custDataLst>
              <p:tags r:id="rId5"/>
            </p:custDataLst>
          </p:nvPr>
        </p:nvSpPr>
        <p:spPr>
          <a:xfrm>
            <a:off x="0" y="1906524"/>
            <a:ext cx="4155948" cy="1645920"/>
          </a:xfrm>
          <a:custGeom>
            <a:avLst/>
            <a:gdLst/>
            <a:ahLst/>
            <a:cxnLst/>
            <a:rect l="l" t="t" r="r" b="b"/>
            <a:pathLst>
              <a:path w="5541264" h="2194560">
                <a:moveTo>
                  <a:pt x="0" y="1353312"/>
                </a:moveTo>
                <a:lnTo>
                  <a:pt x="0" y="704088"/>
                </a:lnTo>
                <a:cubicBezTo>
                  <a:pt x="630936" y="265176"/>
                  <a:pt x="1399032" y="0"/>
                  <a:pt x="2231136" y="0"/>
                </a:cubicBezTo>
                <a:cubicBezTo>
                  <a:pt x="3602736" y="0"/>
                  <a:pt x="4809744" y="722376"/>
                  <a:pt x="5495544" y="1801368"/>
                </a:cubicBezTo>
                <a:cubicBezTo>
                  <a:pt x="5568696" y="1920240"/>
                  <a:pt x="5541264" y="2075688"/>
                  <a:pt x="5422392" y="2148840"/>
                </a:cubicBezTo>
                <a:cubicBezTo>
                  <a:pt x="5303520" y="2221992"/>
                  <a:pt x="5148072" y="2194560"/>
                  <a:pt x="5065776" y="2075688"/>
                </a:cubicBezTo>
                <a:cubicBezTo>
                  <a:pt x="4471416" y="1133856"/>
                  <a:pt x="3419856" y="512064"/>
                  <a:pt x="2231136" y="512064"/>
                </a:cubicBezTo>
                <a:cubicBezTo>
                  <a:pt x="1371600" y="512064"/>
                  <a:pt x="594360" y="822960"/>
                  <a:pt x="0" y="1353312"/>
                </a:cubicBezTo>
              </a:path>
            </a:pathLst>
          </a:custGeom>
          <a:gradFill>
            <a:gsLst>
              <a:gs pos="81000">
                <a:schemeClr val="lt1">
                  <a:alpha val="100000"/>
                </a:schemeClr>
              </a:gs>
              <a:gs pos="0">
                <a:schemeClr val="accent1">
                  <a:alpha val="100000"/>
                </a:schemeClr>
              </a:gs>
            </a:gsLst>
            <a:lin ang="74674"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2" name="标题 1"/>
          <p:cNvSpPr>
            <a:spLocks noGrp="1"/>
          </p:cNvSpPr>
          <p:nvPr userDrawn="1">
            <p:ph type="title"/>
            <p:custDataLst>
              <p:tags r:id="rId6"/>
            </p:custDataLst>
          </p:nvPr>
        </p:nvSpPr>
        <p:spPr>
          <a:xfrm>
            <a:off x="4970621" y="3209925"/>
            <a:ext cx="3545205" cy="1487329"/>
          </a:xfrm>
        </p:spPr>
        <p:txBody>
          <a:bodyPr wrap="square" anchor="t">
            <a:normAutofit/>
          </a:bodyPr>
          <a:lstStyle>
            <a:lvl1pPr algn="l">
              <a:defRPr sz="4500">
                <a:solidFill>
                  <a:schemeClr val="lt1">
                    <a:lumMod val="100000"/>
                  </a:schemeClr>
                </a:solidFill>
                <a:latin typeface="+mj-ea"/>
                <a:ea typeface="+mj-ea"/>
                <a:cs typeface="+mj-ea"/>
              </a:defRPr>
            </a:lvl1pPr>
          </a:lstStyle>
          <a:p>
            <a:r>
              <a:rPr lang="zh-CN" altLang="en-US" dirty="0"/>
              <a:t>单击此处编辑母版标题样式</a:t>
            </a:r>
            <a:endParaRPr lang="zh-CN" altLang="en-US" dirty="0"/>
          </a:p>
        </p:txBody>
      </p:sp>
      <p:sp>
        <p:nvSpPr>
          <p:cNvPr id="8" name="节编号 3"/>
          <p:cNvSpPr>
            <a:spLocks noGrp="1"/>
          </p:cNvSpPr>
          <p:nvPr userDrawn="1">
            <p:ph type="body" sz="quarter" idx="13" hasCustomPrompt="1"/>
            <p:custDataLst>
              <p:tags r:id="rId7"/>
            </p:custDataLst>
          </p:nvPr>
        </p:nvSpPr>
        <p:spPr>
          <a:xfrm>
            <a:off x="364808" y="3309488"/>
            <a:ext cx="3845052" cy="2069658"/>
          </a:xfrm>
        </p:spPr>
        <p:txBody>
          <a:bodyPr wrap="square" anchor="b">
            <a:normAutofit/>
          </a:bodyPr>
          <a:lstStyle>
            <a:lvl1pPr marL="0" indent="0" algn="ctr">
              <a:buNone/>
              <a:defRPr sz="11900" b="1">
                <a:solidFill>
                  <a:schemeClr val="lt1">
                    <a:lumMod val="100000"/>
                  </a:schemeClr>
                </a:solidFill>
                <a:latin typeface="+mj-ea"/>
                <a:ea typeface="+mj-ea"/>
                <a:cs typeface="+mj-ea"/>
              </a:defRPr>
            </a:lvl1pPr>
          </a:lstStyle>
          <a:p>
            <a:pPr lvl="0"/>
            <a:r>
              <a:rPr lang="zh-CN" altLang="en-US" dirty="0"/>
              <a:t>节编号</a:t>
            </a:r>
            <a:endParaRPr lang="zh-CN" altLang="en-US" dirty="0"/>
          </a:p>
        </p:txBody>
      </p:sp>
      <p:sp>
        <p:nvSpPr>
          <p:cNvPr id="4" name="日期占位符 4"/>
          <p:cNvSpPr>
            <a:spLocks noGrp="1"/>
          </p:cNvSpPr>
          <p:nvPr userDrawn="1">
            <p:ph type="dt" sz="half" idx="10"/>
            <p:custDataLst>
              <p:tags r:id="rId8"/>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userDrawn="1">
            <p:ph type="ftr" sz="quarter" idx="11"/>
            <p:custDataLst>
              <p:tags r:id="rId9"/>
            </p:custDataLst>
          </p:nvPr>
        </p:nvSpPr>
        <p:spPr/>
        <p:txBody>
          <a:bodyPr/>
          <a:lstStyle/>
          <a:p>
            <a:endParaRPr lang="zh-CN" altLang="en-US"/>
          </a:p>
        </p:txBody>
      </p:sp>
      <p:sp>
        <p:nvSpPr>
          <p:cNvPr id="6" name="灯片编号占位符 6"/>
          <p:cNvSpPr>
            <a:spLocks noGrp="1"/>
          </p:cNvSpPr>
          <p:nvPr userDrawn="1">
            <p:ph type="sldNum" sz="quarter" idx="12"/>
            <p:custDataLst>
              <p:tags r:id="rId10"/>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dirty="0">
                <a:latin typeface="+mj-lt"/>
                <a:ea typeface="+mj-lt"/>
                <a:cs typeface="+mj-lt"/>
              </a:defRPr>
            </a:lvl1pPr>
          </a:lstStyle>
          <a:p>
            <a:pPr lvl="0"/>
            <a:r>
              <a:rPr lang="zh-CN" altLang="en-US" dirty="0"/>
              <a:t>单击此处编辑母版标题样式</a:t>
            </a:r>
            <a:endParaRPr dirty="0"/>
          </a:p>
        </p:txBody>
      </p:sp>
      <p:sp>
        <p:nvSpPr>
          <p:cNvPr id="3" name="内容占位符 2"/>
          <p:cNvSpPr>
            <a:spLocks noGrp="1"/>
          </p:cNvSpPr>
          <p:nvPr>
            <p:ph sz="half" idx="1"/>
            <p:custDataLst>
              <p:tags r:id="rId3"/>
            </p:custDataLst>
          </p:nvPr>
        </p:nvSpPr>
        <p:spPr>
          <a:xfrm>
            <a:off x="521970" y="1833563"/>
            <a:ext cx="3992880" cy="3656888"/>
          </a:xfrm>
        </p:spPr>
        <p:txBody>
          <a:bodyPr wrap="square">
            <a:normAutofit/>
          </a:bodyPr>
          <a:lstStyle>
            <a:lvl1pPr>
              <a:defRPr>
                <a:latin typeface="+mn-ea"/>
                <a:ea typeface="+mn-ea"/>
                <a:cs typeface="+mn-ea"/>
              </a:defRPr>
            </a:lvl1pPr>
            <a:lvl2pPr>
              <a:defRPr>
                <a:latin typeface="+mn-ea"/>
                <a:ea typeface="+mn-ea"/>
                <a:cs typeface="+mn-ea"/>
              </a:defRPr>
            </a:lvl2pPr>
            <a:lvl3pPr>
              <a:defRPr>
                <a:latin typeface="+mn-ea"/>
                <a:ea typeface="+mn-ea"/>
                <a:cs typeface="+mn-ea"/>
              </a:defRPr>
            </a:lvl3pPr>
            <a:lvl4pPr>
              <a:defRPr>
                <a:latin typeface="+mn-ea"/>
                <a:ea typeface="+mn-ea"/>
                <a:cs typeface="+mn-ea"/>
              </a:defRPr>
            </a:lvl4pPr>
            <a:lvl5pPr>
              <a:defRPr>
                <a:latin typeface="+mn-ea"/>
                <a:ea typeface="+mn-ea"/>
                <a:cs typeface="+mn-ea"/>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4629150" y="1833563"/>
            <a:ext cx="3992880" cy="3656888"/>
          </a:xfrm>
        </p:spPr>
        <p:txBody>
          <a:bodyPr wrap="square">
            <a:normAutofit/>
          </a:bodyPr>
          <a:lstStyle>
            <a:lvl1pPr>
              <a:defRPr>
                <a:latin typeface="+mn-ea"/>
                <a:ea typeface="+mn-ea"/>
                <a:cs typeface="+mn-ea"/>
              </a:defRPr>
            </a:lvl1pPr>
            <a:lvl2pPr>
              <a:defRPr>
                <a:latin typeface="+mn-ea"/>
                <a:ea typeface="+mn-ea"/>
                <a:cs typeface="+mn-ea"/>
              </a:defRPr>
            </a:lvl2pPr>
            <a:lvl3pPr>
              <a:defRPr>
                <a:latin typeface="+mn-ea"/>
                <a:ea typeface="+mn-ea"/>
                <a:cs typeface="+mn-ea"/>
              </a:defRPr>
            </a:lvl3pPr>
            <a:lvl4pPr>
              <a:defRPr>
                <a:latin typeface="+mn-ea"/>
                <a:ea typeface="+mn-ea"/>
                <a:cs typeface="+mn-ea"/>
              </a:defRPr>
            </a:lvl4pPr>
            <a:lvl5pPr>
              <a:defRPr>
                <a:latin typeface="+mn-ea"/>
                <a:ea typeface="+mn-ea"/>
                <a:cs typeface="+mn-ea"/>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2"/>
            </p:custDataLst>
          </p:nvPr>
        </p:nvSpPr>
        <p:spPr>
          <a:xfrm>
            <a:off x="521970" y="1833563"/>
            <a:ext cx="3992880" cy="308477"/>
          </a:xfrm>
        </p:spPr>
        <p:txBody>
          <a:bodyPr wrap="square" anchor="b">
            <a:normAutofit/>
          </a:bodyPr>
          <a:lstStyle>
            <a:lvl1pPr marL="0" indent="0">
              <a:buNone/>
              <a:defRPr sz="2400" b="1">
                <a:latin typeface="+mn-ea"/>
                <a:ea typeface="+mn-ea"/>
                <a:cs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custDataLst>
              <p:tags r:id="rId3"/>
            </p:custDataLst>
          </p:nvPr>
        </p:nvSpPr>
        <p:spPr>
          <a:xfrm>
            <a:off x="521970" y="2263574"/>
            <a:ext cx="3992880" cy="3225207"/>
          </a:xfrm>
        </p:spPr>
        <p:txBody>
          <a:bodyPr wrap="square">
            <a:normAutofit/>
          </a:bodyPr>
          <a:lstStyle>
            <a:lvl1pPr>
              <a:defRPr sz="2200">
                <a:latin typeface="+mn-ea"/>
                <a:ea typeface="+mn-ea"/>
                <a:cs typeface="+mn-ea"/>
              </a:defRPr>
            </a:lvl1pPr>
            <a:lvl2pPr>
              <a:defRPr>
                <a:latin typeface="+mn-ea"/>
                <a:ea typeface="+mn-ea"/>
                <a:cs typeface="+mn-ea"/>
              </a:defRPr>
            </a:lvl2pPr>
            <a:lvl3pPr>
              <a:defRPr>
                <a:latin typeface="+mn-ea"/>
                <a:ea typeface="+mn-ea"/>
                <a:cs typeface="+mn-ea"/>
              </a:defRPr>
            </a:lvl3pPr>
            <a:lvl4pPr>
              <a:defRPr>
                <a:latin typeface="+mn-ea"/>
                <a:ea typeface="+mn-ea"/>
                <a:cs typeface="+mn-ea"/>
              </a:defRPr>
            </a:lvl4pPr>
            <a:lvl5pPr>
              <a:defRPr>
                <a:latin typeface="+mn-ea"/>
                <a:ea typeface="+mn-ea"/>
                <a:cs typeface="+mn-ea"/>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p:custDataLst>
              <p:tags r:id="rId4"/>
            </p:custDataLst>
          </p:nvPr>
        </p:nvSpPr>
        <p:spPr>
          <a:xfrm>
            <a:off x="4629150" y="1833563"/>
            <a:ext cx="3992880" cy="308477"/>
          </a:xfrm>
        </p:spPr>
        <p:txBody>
          <a:bodyPr wrap="square" anchor="b">
            <a:normAutofit/>
          </a:bodyPr>
          <a:lstStyle>
            <a:lvl1pPr marL="0" indent="0">
              <a:buNone/>
              <a:defRPr sz="2400" b="1">
                <a:latin typeface="+mn-ea"/>
                <a:ea typeface="+mn-ea"/>
                <a:cs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custDataLst>
              <p:tags r:id="rId5"/>
            </p:custDataLst>
          </p:nvPr>
        </p:nvSpPr>
        <p:spPr>
          <a:xfrm>
            <a:off x="4629150" y="2263574"/>
            <a:ext cx="3992880" cy="3225207"/>
          </a:xfrm>
        </p:spPr>
        <p:txBody>
          <a:bodyPr wrap="square">
            <a:normAutofit/>
          </a:bodyPr>
          <a:lstStyle>
            <a:lvl1pPr>
              <a:defRPr sz="2200">
                <a:latin typeface="+mn-ea"/>
                <a:ea typeface="+mn-ea"/>
                <a:cs typeface="+mn-ea"/>
              </a:defRPr>
            </a:lvl1pPr>
            <a:lvl2pPr>
              <a:defRPr>
                <a:latin typeface="+mn-ea"/>
                <a:ea typeface="+mn-ea"/>
                <a:cs typeface="+mn-ea"/>
              </a:defRPr>
            </a:lvl2pPr>
            <a:lvl3pPr>
              <a:defRPr>
                <a:latin typeface="+mn-ea"/>
                <a:ea typeface="+mn-ea"/>
                <a:cs typeface="+mn-ea"/>
              </a:defRPr>
            </a:lvl3pPr>
            <a:lvl4pPr>
              <a:defRPr>
                <a:latin typeface="+mn-ea"/>
                <a:ea typeface="+mn-ea"/>
                <a:cs typeface="+mn-ea"/>
              </a:defRPr>
            </a:lvl4pPr>
            <a:lvl5pPr>
              <a:defRPr>
                <a:latin typeface="+mn-ea"/>
                <a:ea typeface="+mn-ea"/>
                <a:cs typeface="+mn-ea"/>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10" name="日期占位符 9"/>
          <p:cNvSpPr>
            <a:spLocks noGrp="1"/>
          </p:cNvSpPr>
          <p:nvPr>
            <p:ph type="dt" sz="half" idx="10"/>
            <p:custDataLst>
              <p:tags r:id="rId6"/>
            </p:custDataLst>
          </p:nvPr>
        </p:nvSpPr>
        <p:spPr/>
        <p:txBody>
          <a:bodyPr/>
          <a:lstStyle/>
          <a:p>
            <a:fld id="{5592522B-0F24-4480-B9DD-A9474A6880D6}" type="datetimeFigureOut">
              <a:rPr lang="zh-CN" altLang="en-US" smtClean="0"/>
            </a:fld>
            <a:endParaRPr lang="zh-CN" altLang="en-US"/>
          </a:p>
        </p:txBody>
      </p:sp>
      <p:sp>
        <p:nvSpPr>
          <p:cNvPr id="11" name="页脚占位符 10"/>
          <p:cNvSpPr>
            <a:spLocks noGrp="1"/>
          </p:cNvSpPr>
          <p:nvPr>
            <p:ph type="ftr" sz="quarter" idx="11"/>
            <p:custDataLst>
              <p:tags r:id="rId7"/>
            </p:custDataLst>
          </p:nvPr>
        </p:nvSpPr>
        <p:spPr/>
        <p:txBody>
          <a:bodyPr/>
          <a:lstStyle/>
          <a:p>
            <a:endParaRPr lang="zh-CN" altLang="en-US" dirty="0"/>
          </a:p>
        </p:txBody>
      </p:sp>
      <p:sp>
        <p:nvSpPr>
          <p:cNvPr id="12" name="灯片编号占位符 11"/>
          <p:cNvSpPr>
            <a:spLocks noGrp="1"/>
          </p:cNvSpPr>
          <p:nvPr>
            <p:ph type="sldNum" sz="quarter" idx="12"/>
            <p:custDataLst>
              <p:tags r:id="rId8"/>
            </p:custDataLst>
          </p:nvPr>
        </p:nvSpPr>
        <p:spPr/>
        <p:txBody>
          <a:bodyPr/>
          <a:lstStyle/>
          <a:p>
            <a:fld id="{BE5F26B5-172A-4DC2-B0B7-181CFC56B87C}" type="slidenum">
              <a:rPr lang="zh-CN" altLang="en-US" smtClean="0"/>
            </a:fld>
            <a:endParaRPr lang="zh-CN" altLang="en-US"/>
          </a:p>
        </p:txBody>
      </p:sp>
      <p:sp>
        <p:nvSpPr>
          <p:cNvPr id="13" name="标题 12"/>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lvl1pPr>
              <a:defRPr>
                <a:latin typeface="+mj-lt"/>
                <a:ea typeface="+mj-lt"/>
                <a:cs typeface="+mj-lt"/>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521970" y="1127284"/>
            <a:ext cx="8101489" cy="4363403"/>
          </a:xfrm>
        </p:spPr>
        <p:txBody>
          <a:bodyPr wrap="square">
            <a:normAutofit/>
          </a:bodyPr>
          <a:lstStyle>
            <a:lvl1pPr>
              <a:defRPr>
                <a:latin typeface="+mn-lt"/>
                <a:ea typeface="+mn-lt"/>
                <a:cs typeface="+mn-lt"/>
              </a:defRPr>
            </a:lvl1pPr>
            <a:lvl2pPr>
              <a:defRPr>
                <a:latin typeface="+mn-lt"/>
                <a:ea typeface="+mn-lt"/>
                <a:cs typeface="+mn-lt"/>
              </a:defRPr>
            </a:lvl2pPr>
            <a:lvl3pPr>
              <a:defRPr>
                <a:latin typeface="+mn-lt"/>
                <a:ea typeface="+mn-lt"/>
                <a:cs typeface="+mn-lt"/>
              </a:defRPr>
            </a:lvl3pPr>
            <a:lvl4pPr>
              <a:defRPr>
                <a:latin typeface="+mn-lt"/>
                <a:ea typeface="+mn-lt"/>
                <a:cs typeface="+mn-lt"/>
              </a:defRPr>
            </a:lvl4pPr>
            <a:lvl5pPr>
              <a:defRPr>
                <a:latin typeface="+mn-lt"/>
                <a:ea typeface="+mn-lt"/>
                <a:cs typeface="+mn-lt"/>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521970" y="1833563"/>
            <a:ext cx="8099316" cy="304165"/>
          </a:xfrm>
        </p:spPr>
        <p:txBody>
          <a:bodyPr wrap="square" anchor="t">
            <a:normAutofit/>
          </a:bodyPr>
          <a:lstStyle>
            <a:lvl1pPr marL="0" indent="0">
              <a:buNone/>
              <a:defRPr sz="2400" b="0">
                <a:latin typeface="+mn-lt"/>
                <a:ea typeface="+mn-lt"/>
                <a:cs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13" name="bg_#color-2050&amp;12433"/>
          <p:cNvSpPr/>
          <p:nvPr userDrawn="1">
            <p:custDataLst>
              <p:tags r:id="rId2"/>
            </p:custDataLst>
          </p:nvPr>
        </p:nvSpPr>
        <p:spPr>
          <a:xfrm>
            <a:off x="0" y="857250"/>
            <a:ext cx="9141714" cy="5143500"/>
          </a:xfrm>
          <a:custGeom>
            <a:avLst/>
            <a:gdLst/>
            <a:ahLst/>
            <a:cxnLst/>
            <a:rect l="l" t="t" r="r" b="b"/>
            <a:pathLst>
              <a:path w="12188952" h="6858000">
                <a:moveTo>
                  <a:pt x="0" y="0"/>
                </a:moveTo>
                <a:lnTo>
                  <a:pt x="12188952" y="0"/>
                </a:lnTo>
                <a:lnTo>
                  <a:pt x="12188952" y="6858000"/>
                </a:lnTo>
                <a:lnTo>
                  <a:pt x="0" y="6858000"/>
                </a:lnTo>
                <a:lnTo>
                  <a:pt x="0" y="0"/>
                </a:lnTo>
              </a:path>
            </a:pathLst>
          </a:custGeom>
          <a:solidFill>
            <a:schemeClr val="accent1"/>
          </a:solidFill>
        </p:spPr>
      </p:sp>
      <p:sp>
        <p:nvSpPr>
          <p:cNvPr id="15" name="Ellipse 3_#color_$lt1_$lt1-2050&amp;12754"/>
          <p:cNvSpPr/>
          <p:nvPr userDrawn="1">
            <p:custDataLst>
              <p:tags r:id="rId3"/>
            </p:custDataLst>
          </p:nvPr>
        </p:nvSpPr>
        <p:spPr>
          <a:xfrm>
            <a:off x="6668262" y="857250"/>
            <a:ext cx="2475738" cy="2907792"/>
          </a:xfrm>
          <a:custGeom>
            <a:avLst/>
            <a:gdLst/>
            <a:ahLst/>
            <a:cxnLst/>
            <a:rect l="l" t="t" r="r" b="b"/>
            <a:pathLst>
              <a:path w="3300984" h="3877056">
                <a:moveTo>
                  <a:pt x="512064" y="0"/>
                </a:moveTo>
                <a:lnTo>
                  <a:pt x="0" y="0"/>
                </a:lnTo>
                <a:cubicBezTo>
                  <a:pt x="-27432" y="1920240"/>
                  <a:pt x="1380744" y="3584448"/>
                  <a:pt x="3300984" y="3877056"/>
                </a:cubicBezTo>
                <a:lnTo>
                  <a:pt x="3300984" y="3355848"/>
                </a:lnTo>
                <a:cubicBezTo>
                  <a:pt x="1664208" y="3081528"/>
                  <a:pt x="484632" y="1645920"/>
                  <a:pt x="512064" y="0"/>
                </a:cubicBezTo>
              </a:path>
            </a:pathLst>
          </a:custGeom>
          <a:gradFill>
            <a:gsLst>
              <a:gs pos="69000">
                <a:srgbClr val="FFFFFF">
                  <a:alpha val="100000"/>
                </a:srgbClr>
              </a:gs>
              <a:gs pos="82000">
                <a:schemeClr val="lt1">
                  <a:alpha val="0"/>
                </a:schemeClr>
              </a:gs>
              <a:gs pos="0">
                <a:schemeClr val="lt1">
                  <a:alpha val="0"/>
                </a:schemeClr>
              </a:gs>
            </a:gsLst>
            <a:lin ang="5400000"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6" name="Ellipse 4 (Stroke)_#color_$lt1_$accent1-2050&amp;12757"/>
          <p:cNvSpPr/>
          <p:nvPr userDrawn="1">
            <p:custDataLst>
              <p:tags r:id="rId4"/>
            </p:custDataLst>
          </p:nvPr>
        </p:nvSpPr>
        <p:spPr>
          <a:xfrm>
            <a:off x="6947154" y="1899666"/>
            <a:ext cx="2194560" cy="1858518"/>
          </a:xfrm>
          <a:custGeom>
            <a:avLst/>
            <a:gdLst/>
            <a:ahLst/>
            <a:cxnLst/>
            <a:rect l="l" t="t" r="r" b="b"/>
            <a:pathLst>
              <a:path w="2926080" h="2478024">
                <a:moveTo>
                  <a:pt x="2926080" y="2478024"/>
                </a:moveTo>
                <a:lnTo>
                  <a:pt x="2926080" y="1965960"/>
                </a:lnTo>
                <a:cubicBezTo>
                  <a:pt x="1837944" y="1783080"/>
                  <a:pt x="941832" y="1078992"/>
                  <a:pt x="484632" y="137160"/>
                </a:cubicBezTo>
                <a:cubicBezTo>
                  <a:pt x="420624" y="18288"/>
                  <a:pt x="265176" y="-36576"/>
                  <a:pt x="137160" y="27432"/>
                </a:cubicBezTo>
                <a:cubicBezTo>
                  <a:pt x="18288" y="91440"/>
                  <a:pt x="-36576" y="237744"/>
                  <a:pt x="27432" y="365760"/>
                </a:cubicBezTo>
                <a:cubicBezTo>
                  <a:pt x="566928" y="1472184"/>
                  <a:pt x="1627632" y="2286000"/>
                  <a:pt x="2926080" y="2478024"/>
                </a:cubicBezTo>
              </a:path>
            </a:pathLst>
          </a:custGeom>
          <a:gradFill>
            <a:gsLst>
              <a:gs pos="0">
                <a:schemeClr val="lt1">
                  <a:alpha val="80000"/>
                </a:schemeClr>
              </a:gs>
              <a:gs pos="100000">
                <a:schemeClr val="accent1">
                  <a:alpha val="100000"/>
                </a:schemeClr>
              </a:gs>
            </a:gsLst>
            <a:lin ang="74674"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17" name="Ellipse 8 (Stroke)_#color-2050&amp;12760"/>
          <p:cNvSpPr/>
          <p:nvPr userDrawn="1">
            <p:custDataLst>
              <p:tags r:id="rId5"/>
            </p:custDataLst>
          </p:nvPr>
        </p:nvSpPr>
        <p:spPr>
          <a:xfrm>
            <a:off x="8037576" y="3723894"/>
            <a:ext cx="1104138" cy="630936"/>
          </a:xfrm>
          <a:custGeom>
            <a:avLst/>
            <a:gdLst/>
            <a:ahLst/>
            <a:cxnLst/>
            <a:rect l="l" t="t" r="r" b="b"/>
            <a:pathLst>
              <a:path w="1472184" h="841248">
                <a:moveTo>
                  <a:pt x="1472184" y="329184"/>
                </a:moveTo>
                <a:lnTo>
                  <a:pt x="1472184" y="841248"/>
                </a:lnTo>
                <a:cubicBezTo>
                  <a:pt x="1005840" y="795528"/>
                  <a:pt x="557784" y="676656"/>
                  <a:pt x="146304" y="484632"/>
                </a:cubicBezTo>
                <a:cubicBezTo>
                  <a:pt x="18288" y="429768"/>
                  <a:pt x="-36576" y="274320"/>
                  <a:pt x="27432" y="146304"/>
                </a:cubicBezTo>
                <a:cubicBezTo>
                  <a:pt x="82296" y="18288"/>
                  <a:pt x="237744" y="-36576"/>
                  <a:pt x="356616" y="27432"/>
                </a:cubicBezTo>
                <a:cubicBezTo>
                  <a:pt x="704088" y="182880"/>
                  <a:pt x="1078992" y="292608"/>
                  <a:pt x="1472184" y="329184"/>
                </a:cubicBezTo>
              </a:path>
            </a:pathLst>
          </a:custGeom>
          <a:solidFill>
            <a:schemeClr val="lt1">
              <a:alpha val="40000"/>
            </a:schemeClr>
          </a:solidFill>
        </p:spPr>
      </p:sp>
      <p:sp>
        <p:nvSpPr>
          <p:cNvPr id="19" name="Ellipse 9_#color-2050&amp;12763"/>
          <p:cNvSpPr/>
          <p:nvPr userDrawn="1">
            <p:custDataLst>
              <p:tags r:id="rId6"/>
            </p:custDataLst>
          </p:nvPr>
        </p:nvSpPr>
        <p:spPr>
          <a:xfrm>
            <a:off x="0" y="3429000"/>
            <a:ext cx="2441448" cy="2571750"/>
          </a:xfrm>
          <a:custGeom>
            <a:avLst/>
            <a:gdLst/>
            <a:ahLst/>
            <a:cxnLst/>
            <a:rect l="l" t="t" r="r" b="b"/>
            <a:pathLst>
              <a:path w="3255264" h="3429000">
                <a:moveTo>
                  <a:pt x="3227832" y="3429000"/>
                </a:moveTo>
                <a:cubicBezTo>
                  <a:pt x="3246120" y="3300984"/>
                  <a:pt x="3255264" y="3172968"/>
                  <a:pt x="3255264" y="3044952"/>
                </a:cubicBezTo>
                <a:cubicBezTo>
                  <a:pt x="3255264" y="1362456"/>
                  <a:pt x="1883664" y="0"/>
                  <a:pt x="201168" y="0"/>
                </a:cubicBezTo>
                <a:cubicBezTo>
                  <a:pt x="137160" y="0"/>
                  <a:pt x="64008" y="0"/>
                  <a:pt x="0" y="9144"/>
                </a:cubicBezTo>
                <a:lnTo>
                  <a:pt x="0" y="512064"/>
                </a:lnTo>
                <a:cubicBezTo>
                  <a:pt x="64008" y="512064"/>
                  <a:pt x="137160" y="512064"/>
                  <a:pt x="201168" y="512064"/>
                </a:cubicBezTo>
                <a:cubicBezTo>
                  <a:pt x="1609344" y="512064"/>
                  <a:pt x="2743200" y="1645920"/>
                  <a:pt x="2743200" y="3044952"/>
                </a:cubicBezTo>
                <a:cubicBezTo>
                  <a:pt x="2743200" y="3172968"/>
                  <a:pt x="2734056" y="3300984"/>
                  <a:pt x="2715768" y="3429000"/>
                </a:cubicBezTo>
                <a:lnTo>
                  <a:pt x="3227832" y="3429000"/>
                </a:lnTo>
              </a:path>
            </a:pathLst>
          </a:custGeom>
          <a:solidFill>
            <a:schemeClr val="accent1">
              <a:lumMod val="40000"/>
              <a:lumOff val="60000"/>
              <a:alpha val="75000"/>
            </a:schemeClr>
          </a:solidFill>
        </p:spPr>
      </p:sp>
      <p:sp>
        <p:nvSpPr>
          <p:cNvPr id="2" name="标题 1"/>
          <p:cNvSpPr>
            <a:spLocks noGrp="1"/>
          </p:cNvSpPr>
          <p:nvPr userDrawn="1">
            <p:ph type="ctrTitle" hasCustomPrompt="1"/>
            <p:custDataLst>
              <p:tags r:id="rId7"/>
            </p:custDataLst>
          </p:nvPr>
        </p:nvSpPr>
        <p:spPr>
          <a:xfrm>
            <a:off x="628650" y="1200150"/>
            <a:ext cx="7886250" cy="2249100"/>
          </a:xfrm>
        </p:spPr>
        <p:txBody>
          <a:bodyPr wrap="square" anchor="b">
            <a:normAutofit/>
          </a:bodyPr>
          <a:lstStyle>
            <a:lvl1pPr algn="ctr">
              <a:lnSpc>
                <a:spcPct val="100000"/>
              </a:lnSpc>
              <a:defRPr sz="8000">
                <a:solidFill>
                  <a:schemeClr val="lt1">
                    <a:lumMod val="100000"/>
                  </a:schemeClr>
                </a:solidFill>
                <a:latin typeface="+mj-lt"/>
                <a:ea typeface="+mj-lt"/>
                <a:cs typeface="+mj-lt"/>
              </a:defRPr>
            </a:lvl1pPr>
          </a:lstStyle>
          <a:p>
            <a:r>
              <a:rPr lang="zh-CN" altLang="en-US" dirty="0"/>
              <a:t>单击编辑母版标题</a:t>
            </a:r>
            <a:endParaRPr lang="zh-CN" altLang="en-US" dirty="0"/>
          </a:p>
        </p:txBody>
      </p:sp>
      <p:sp>
        <p:nvSpPr>
          <p:cNvPr id="4" name="日期占位符 3"/>
          <p:cNvSpPr>
            <a:spLocks noGrp="1"/>
          </p:cNvSpPr>
          <p:nvPr userDrawn="1">
            <p:ph type="dt" sz="half" idx="10"/>
            <p:custDataLst>
              <p:tags r:id="rId8"/>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userDrawn="1">
            <p:ph type="ftr" sz="quarter" idx="11"/>
            <p:custDataLst>
              <p:tags r:id="rId9"/>
            </p:custDataLst>
          </p:nvPr>
        </p:nvSpPr>
        <p:spPr/>
        <p:txBody>
          <a:bodyPr/>
          <a:lstStyle/>
          <a:p>
            <a:endParaRPr lang="zh-CN" altLang="en-US"/>
          </a:p>
        </p:txBody>
      </p:sp>
      <p:sp>
        <p:nvSpPr>
          <p:cNvPr id="6" name="灯片编号占位符 5"/>
          <p:cNvSpPr>
            <a:spLocks noGrp="1"/>
          </p:cNvSpPr>
          <p:nvPr userDrawn="1">
            <p:ph type="sldNum" sz="quarter" idx="12"/>
            <p:custDataLst>
              <p:tags r:id="rId10"/>
            </p:custDataLst>
          </p:nvPr>
        </p:nvSpPr>
        <p:spPr>
          <a:xfrm>
            <a:off x="6457950" y="5624513"/>
            <a:ext cx="2057400" cy="273844"/>
          </a:xfrm>
        </p:spPr>
        <p:txBody>
          <a:bodyPr wrap="square">
            <a:normAutofit/>
          </a:bodyPr>
          <a:lstStyle/>
          <a:p>
            <a:fld id="{BE5F26B5-172A-4DC2-B0B7-181CFC56B87C}" type="slidenum">
              <a:rPr lang="zh-CN" altLang="en-US" smtClean="0"/>
            </a:fld>
            <a:endParaRPr lang="zh-CN" altLang="en-US"/>
          </a:p>
        </p:txBody>
      </p:sp>
      <p:sp>
        <p:nvSpPr>
          <p:cNvPr id="24" name="署名占位符 10"/>
          <p:cNvSpPr>
            <a:spLocks noGrp="1"/>
          </p:cNvSpPr>
          <p:nvPr userDrawn="1">
            <p:ph type="body" sz="quarter" idx="17" hasCustomPrompt="1"/>
            <p:custDataLst>
              <p:tags r:id="rId11"/>
            </p:custDataLst>
          </p:nvPr>
        </p:nvSpPr>
        <p:spPr>
          <a:xfrm>
            <a:off x="628650" y="3788513"/>
            <a:ext cx="7886250" cy="930420"/>
          </a:xfrm>
        </p:spPr>
        <p:txBody>
          <a:bodyPr wrap="square" anchor="t">
            <a:normAutofit/>
          </a:bodyPr>
          <a:lstStyle>
            <a:lvl1pPr marL="0" indent="0" algn="ctr">
              <a:lnSpc>
                <a:spcPct val="100000"/>
              </a:lnSpc>
              <a:buNone/>
              <a:defRPr sz="2400">
                <a:solidFill>
                  <a:schemeClr val="lt1">
                    <a:lumMod val="100000"/>
                  </a:schemeClr>
                </a:solidFill>
                <a:latin typeface="+mn-lt"/>
                <a:ea typeface="+mn-lt"/>
                <a:cs typeface="+mn-lt"/>
              </a:defRPr>
            </a:lvl1pPr>
          </a:lstStyle>
          <a:p>
            <a:pPr lvl="0"/>
            <a:r>
              <a:rPr lang="zh-CN" altLang="en-US" dirty="0"/>
              <a:t>署名</a:t>
            </a:r>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36" name="任意多边形: 形状 35"/>
          <p:cNvSpPr/>
          <p:nvPr userDrawn="1">
            <p:custDataLst>
              <p:tags r:id="rId2"/>
            </p:custDataLst>
          </p:nvPr>
        </p:nvSpPr>
        <p:spPr>
          <a:xfrm>
            <a:off x="5191745" y="857250"/>
            <a:ext cx="3191251" cy="5143500"/>
          </a:xfrm>
          <a:custGeom>
            <a:avLst/>
            <a:gdLst>
              <a:gd name="connsiteX0" fmla="*/ 10047 w 4255001"/>
              <a:gd name="connsiteY0" fmla="*/ 0 h 6858000"/>
              <a:gd name="connsiteX1" fmla="*/ 1582133 w 4255001"/>
              <a:gd name="connsiteY1" fmla="*/ 0 h 6858000"/>
              <a:gd name="connsiteX2" fmla="*/ 4255001 w 4255001"/>
              <a:gd name="connsiteY2" fmla="*/ 3421116 h 6858000"/>
              <a:gd name="connsiteX3" fmla="*/ 4253144 w 4255001"/>
              <a:gd name="connsiteY3" fmla="*/ 3422567 h 6858000"/>
              <a:gd name="connsiteX4" fmla="*/ 4255000 w 4255001"/>
              <a:gd name="connsiteY4" fmla="*/ 3424018 h 6858000"/>
              <a:gd name="connsiteX5" fmla="*/ 1572143 w 4255001"/>
              <a:gd name="connsiteY5" fmla="*/ 6858000 h 6858000"/>
              <a:gd name="connsiteX6" fmla="*/ 0 w 4255001"/>
              <a:gd name="connsiteY6" fmla="*/ 6858000 h 6858000"/>
              <a:gd name="connsiteX7" fmla="*/ 2684020 w 4255001"/>
              <a:gd name="connsiteY7" fmla="*/ 3422531 h 6858000"/>
              <a:gd name="connsiteX8" fmla="*/ 10047 w 4255001"/>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5001" h="6858000">
                <a:moveTo>
                  <a:pt x="10047" y="0"/>
                </a:moveTo>
                <a:lnTo>
                  <a:pt x="1582133" y="0"/>
                </a:lnTo>
                <a:lnTo>
                  <a:pt x="4255001" y="3421116"/>
                </a:lnTo>
                <a:lnTo>
                  <a:pt x="4253144" y="3422567"/>
                </a:lnTo>
                <a:lnTo>
                  <a:pt x="4255000" y="3424018"/>
                </a:lnTo>
                <a:lnTo>
                  <a:pt x="1572143" y="6858000"/>
                </a:lnTo>
                <a:lnTo>
                  <a:pt x="0" y="6858000"/>
                </a:lnTo>
                <a:lnTo>
                  <a:pt x="2684020" y="3422531"/>
                </a:lnTo>
                <a:lnTo>
                  <a:pt x="10047" y="0"/>
                </a:lnTo>
                <a:close/>
              </a:path>
            </a:pathLst>
          </a:custGeom>
          <a:noFill/>
          <a:ln>
            <a:gradFill>
              <a:gsLst>
                <a:gs pos="0">
                  <a:schemeClr val="accent1">
                    <a:alpha val="5000"/>
                  </a:schemeClr>
                </a:gs>
                <a:gs pos="100000">
                  <a:schemeClr val="accent1">
                    <a:alpha val="50000"/>
                  </a:schemeClr>
                </a:gs>
              </a:gsLst>
              <a:lin ang="516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sz="1350"/>
          </a:p>
        </p:txBody>
      </p:sp>
      <p:sp>
        <p:nvSpPr>
          <p:cNvPr id="45" name="任意多边形: 形状 44"/>
          <p:cNvSpPr/>
          <p:nvPr userDrawn="1">
            <p:custDataLst>
              <p:tags r:id="rId3"/>
            </p:custDataLst>
          </p:nvPr>
        </p:nvSpPr>
        <p:spPr>
          <a:xfrm>
            <a:off x="6076505" y="857251"/>
            <a:ext cx="3066725" cy="5143499"/>
          </a:xfrm>
          <a:custGeom>
            <a:avLst/>
            <a:gdLst>
              <a:gd name="connsiteX0" fmla="*/ 0 w 4088966"/>
              <a:gd name="connsiteY0" fmla="*/ 0 h 6857998"/>
              <a:gd name="connsiteX1" fmla="*/ 1572086 w 4088966"/>
              <a:gd name="connsiteY1" fmla="*/ 0 h 6857998"/>
              <a:gd name="connsiteX2" fmla="*/ 4088966 w 4088966"/>
              <a:gd name="connsiteY2" fmla="*/ 3221459 h 6857998"/>
              <a:gd name="connsiteX3" fmla="*/ 4088966 w 4088966"/>
              <a:gd name="connsiteY3" fmla="*/ 3646538 h 6857998"/>
              <a:gd name="connsiteX4" fmla="*/ 1579958 w 4088966"/>
              <a:gd name="connsiteY4" fmla="*/ 6857997 h 6857998"/>
              <a:gd name="connsiteX5" fmla="*/ 7814 w 4088966"/>
              <a:gd name="connsiteY5" fmla="*/ 6857998 h 6857998"/>
              <a:gd name="connsiteX6" fmla="*/ 2682903 w 4088966"/>
              <a:gd name="connsiteY6" fmla="*/ 343396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88966" h="6857998">
                <a:moveTo>
                  <a:pt x="0" y="0"/>
                </a:moveTo>
                <a:lnTo>
                  <a:pt x="1572086" y="0"/>
                </a:lnTo>
                <a:lnTo>
                  <a:pt x="4088966" y="3221459"/>
                </a:lnTo>
                <a:lnTo>
                  <a:pt x="4088966" y="3646538"/>
                </a:lnTo>
                <a:lnTo>
                  <a:pt x="1579958" y="6857997"/>
                </a:lnTo>
                <a:lnTo>
                  <a:pt x="7814" y="6857998"/>
                </a:lnTo>
                <a:lnTo>
                  <a:pt x="2682903" y="3433960"/>
                </a:lnTo>
                <a:close/>
              </a:path>
            </a:pathLst>
          </a:cu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sz="1350"/>
          </a:p>
        </p:txBody>
      </p:sp>
      <p:sp>
        <p:nvSpPr>
          <p:cNvPr id="39" name="任意多边形: 形状 38"/>
          <p:cNvSpPr/>
          <p:nvPr userDrawn="1">
            <p:custDataLst>
              <p:tags r:id="rId4"/>
            </p:custDataLst>
          </p:nvPr>
        </p:nvSpPr>
        <p:spPr>
          <a:xfrm>
            <a:off x="5539407" y="857250"/>
            <a:ext cx="3191252" cy="5143500"/>
          </a:xfrm>
          <a:custGeom>
            <a:avLst/>
            <a:gdLst>
              <a:gd name="connsiteX0" fmla="*/ 10048 w 4255002"/>
              <a:gd name="connsiteY0" fmla="*/ 0 h 6858000"/>
              <a:gd name="connsiteX1" fmla="*/ 1582134 w 4255002"/>
              <a:gd name="connsiteY1" fmla="*/ 0 h 6858000"/>
              <a:gd name="connsiteX2" fmla="*/ 4255002 w 4255002"/>
              <a:gd name="connsiteY2" fmla="*/ 3421116 h 6858000"/>
              <a:gd name="connsiteX3" fmla="*/ 4253145 w 4255002"/>
              <a:gd name="connsiteY3" fmla="*/ 3422567 h 6858000"/>
              <a:gd name="connsiteX4" fmla="*/ 4255001 w 4255002"/>
              <a:gd name="connsiteY4" fmla="*/ 3424018 h 6858000"/>
              <a:gd name="connsiteX5" fmla="*/ 1572144 w 4255002"/>
              <a:gd name="connsiteY5" fmla="*/ 6858000 h 6858000"/>
              <a:gd name="connsiteX6" fmla="*/ 0 w 4255002"/>
              <a:gd name="connsiteY6" fmla="*/ 6857999 h 6858000"/>
              <a:gd name="connsiteX7" fmla="*/ 2684021 w 4255002"/>
              <a:gd name="connsiteY7" fmla="*/ 3422531 h 6858000"/>
              <a:gd name="connsiteX8" fmla="*/ 10048 w 4255002"/>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5002" h="6858000">
                <a:moveTo>
                  <a:pt x="10048" y="0"/>
                </a:moveTo>
                <a:lnTo>
                  <a:pt x="1582134" y="0"/>
                </a:lnTo>
                <a:lnTo>
                  <a:pt x="4255002" y="3421116"/>
                </a:lnTo>
                <a:lnTo>
                  <a:pt x="4253145" y="3422567"/>
                </a:lnTo>
                <a:lnTo>
                  <a:pt x="4255001" y="3424018"/>
                </a:lnTo>
                <a:lnTo>
                  <a:pt x="1572144" y="6858000"/>
                </a:lnTo>
                <a:lnTo>
                  <a:pt x="0" y="6857999"/>
                </a:lnTo>
                <a:lnTo>
                  <a:pt x="2684021" y="3422531"/>
                </a:lnTo>
                <a:lnTo>
                  <a:pt x="10048" y="0"/>
                </a:lnTo>
                <a:close/>
              </a:path>
            </a:pathLst>
          </a:custGeom>
          <a:gradFill>
            <a:gsLst>
              <a:gs pos="0">
                <a:schemeClr val="accent1">
                  <a:lumMod val="65000"/>
                  <a:lumOff val="35000"/>
                </a:schemeClr>
              </a:gs>
              <a:gs pos="100000">
                <a:schemeClr val="accent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sz="1350"/>
          </a:p>
        </p:txBody>
      </p:sp>
      <p:sp>
        <p:nvSpPr>
          <p:cNvPr id="12" name="矩形 11"/>
          <p:cNvSpPr>
            <a:spLocks noChangeAspect="1"/>
          </p:cNvSpPr>
          <p:nvPr userDrawn="1">
            <p:custDataLst>
              <p:tags r:id="rId5"/>
            </p:custDataLst>
          </p:nvPr>
        </p:nvSpPr>
        <p:spPr>
          <a:xfrm>
            <a:off x="656749" y="5256848"/>
            <a:ext cx="134779" cy="134779"/>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矩形 12"/>
          <p:cNvSpPr>
            <a:spLocks noChangeAspect="1"/>
          </p:cNvSpPr>
          <p:nvPr userDrawn="1">
            <p:custDataLst>
              <p:tags r:id="rId6"/>
            </p:custDataLst>
          </p:nvPr>
        </p:nvSpPr>
        <p:spPr>
          <a:xfrm>
            <a:off x="656749" y="5435441"/>
            <a:ext cx="134779" cy="134779"/>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p:cNvSpPr>
            <a:spLocks noChangeAspect="1"/>
          </p:cNvSpPr>
          <p:nvPr userDrawn="1">
            <p:custDataLst>
              <p:tags r:id="rId7"/>
            </p:custDataLst>
          </p:nvPr>
        </p:nvSpPr>
        <p:spPr>
          <a:xfrm>
            <a:off x="842486" y="5256848"/>
            <a:ext cx="134779" cy="134779"/>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矩形 15"/>
          <p:cNvSpPr>
            <a:spLocks noChangeAspect="1"/>
          </p:cNvSpPr>
          <p:nvPr userDrawn="1">
            <p:custDataLst>
              <p:tags r:id="rId8"/>
            </p:custDataLst>
          </p:nvPr>
        </p:nvSpPr>
        <p:spPr>
          <a:xfrm>
            <a:off x="842486" y="5435441"/>
            <a:ext cx="134779" cy="134779"/>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矩形 16"/>
          <p:cNvSpPr>
            <a:spLocks noChangeAspect="1"/>
          </p:cNvSpPr>
          <p:nvPr userDrawn="1">
            <p:custDataLst>
              <p:tags r:id="rId9"/>
            </p:custDataLst>
          </p:nvPr>
        </p:nvSpPr>
        <p:spPr>
          <a:xfrm>
            <a:off x="1027271" y="5435441"/>
            <a:ext cx="134779" cy="134779"/>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9" name="矩形 18"/>
          <p:cNvSpPr>
            <a:spLocks noChangeAspect="1"/>
          </p:cNvSpPr>
          <p:nvPr userDrawn="1">
            <p:custDataLst>
              <p:tags r:id="rId10"/>
            </p:custDataLst>
          </p:nvPr>
        </p:nvSpPr>
        <p:spPr>
          <a:xfrm>
            <a:off x="1212533" y="5435441"/>
            <a:ext cx="134779" cy="134779"/>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ctrTitle" hasCustomPrompt="1"/>
            <p:custDataLst>
              <p:tags r:id="rId11"/>
            </p:custDataLst>
          </p:nvPr>
        </p:nvSpPr>
        <p:spPr>
          <a:xfrm>
            <a:off x="594000" y="2847150"/>
            <a:ext cx="5724000" cy="1228208"/>
          </a:xfrm>
        </p:spPr>
        <p:txBody>
          <a:bodyPr wrap="square" anchor="t">
            <a:normAutofit/>
          </a:bodyPr>
          <a:lstStyle>
            <a:lvl1pPr algn="l">
              <a:lnSpc>
                <a:spcPct val="100000"/>
              </a:lnSpc>
              <a:defRPr sz="6000">
                <a:solidFill>
                  <a:schemeClr val="accent1"/>
                </a:solidFill>
              </a:defRPr>
            </a:lvl1pPr>
          </a:lstStyle>
          <a:p>
            <a:r>
              <a:rPr lang="zh-CN" altLang="en-US" dirty="0"/>
              <a:t>单击编辑母版标题</a:t>
            </a:r>
            <a:endParaRPr lang="zh-CN" altLang="en-US" dirty="0"/>
          </a:p>
        </p:txBody>
      </p:sp>
      <p:sp>
        <p:nvSpPr>
          <p:cNvPr id="3" name="副标题 2"/>
          <p:cNvSpPr>
            <a:spLocks noGrp="1"/>
          </p:cNvSpPr>
          <p:nvPr>
            <p:ph type="subTitle" idx="1" hasCustomPrompt="1"/>
            <p:custDataLst>
              <p:tags r:id="rId12"/>
            </p:custDataLst>
          </p:nvPr>
        </p:nvSpPr>
        <p:spPr>
          <a:xfrm>
            <a:off x="593884" y="2266474"/>
            <a:ext cx="5724525" cy="437198"/>
          </a:xfrm>
        </p:spPr>
        <p:txBody>
          <a:bodyPr wrap="square" anchor="t">
            <a:normAutofit/>
          </a:bodyPr>
          <a:lstStyle>
            <a:lvl1pPr marL="0" indent="0" algn="l">
              <a:lnSpc>
                <a:spcPct val="100000"/>
              </a:lnSpc>
              <a:buNone/>
              <a:defRPr sz="3200">
                <a:solidFill>
                  <a:schemeClr val="accent1">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4" name="日期占位符 3"/>
          <p:cNvSpPr>
            <a:spLocks noGrp="1"/>
          </p:cNvSpPr>
          <p:nvPr>
            <p:ph type="dt" sz="half" idx="10"/>
            <p:custDataLst>
              <p:tags r:id="rId1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14"/>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15"/>
            </p:custDataLst>
          </p:nvPr>
        </p:nvSpPr>
        <p:spPr>
          <a:xfrm>
            <a:off x="6457950" y="5624513"/>
            <a:ext cx="2057400" cy="273844"/>
          </a:xfrm>
        </p:spPr>
        <p:txBody>
          <a:bodyPr wrap="square">
            <a:normAutofit/>
          </a:bodyPr>
          <a:lstStyle/>
          <a:p>
            <a:fld id="{BE5F26B5-172A-4DC2-B0B7-181CFC56B87C}" type="slidenum">
              <a:rPr lang="zh-CN" altLang="en-US" smtClean="0"/>
            </a:fld>
            <a:endParaRPr lang="zh-CN" altLang="en-US"/>
          </a:p>
        </p:txBody>
      </p:sp>
      <p:sp>
        <p:nvSpPr>
          <p:cNvPr id="24" name="署名占位符 10"/>
          <p:cNvSpPr>
            <a:spLocks noGrp="1"/>
          </p:cNvSpPr>
          <p:nvPr>
            <p:ph type="body" sz="quarter" idx="17" hasCustomPrompt="1"/>
            <p:custDataLst>
              <p:tags r:id="rId16"/>
            </p:custDataLst>
          </p:nvPr>
        </p:nvSpPr>
        <p:spPr>
          <a:xfrm>
            <a:off x="650700" y="4129650"/>
            <a:ext cx="2160000" cy="432000"/>
          </a:xfrm>
          <a:prstGeom prst="chevron">
            <a:avLst>
              <a:gd name="adj" fmla="val 30157"/>
            </a:avLst>
          </a:prstGeom>
          <a:gradFill>
            <a:gsLst>
              <a:gs pos="0">
                <a:schemeClr val="accent1">
                  <a:lumMod val="65000"/>
                  <a:lumOff val="35000"/>
                </a:schemeClr>
              </a:gs>
              <a:gs pos="100000">
                <a:schemeClr val="accent1"/>
              </a:gs>
            </a:gsLst>
            <a:lin ang="4800000" scaled="0"/>
          </a:gradFill>
        </p:spPr>
        <p:txBody>
          <a:bodyPr wrap="square" anchor="ctr">
            <a:normAutofit/>
          </a:bodyPr>
          <a:lstStyle>
            <a:lvl1pPr marL="0" indent="0" algn="ctr">
              <a:lnSpc>
                <a:spcPct val="100000"/>
              </a:lnSpc>
              <a:buNone/>
              <a:defRPr sz="1800" b="1">
                <a:solidFill>
                  <a:srgbClr val="FFFFFF"/>
                </a:solidFill>
              </a:defRPr>
            </a:lvl1pPr>
          </a:lstStyle>
          <a:p>
            <a:pPr lvl="0"/>
            <a:r>
              <a:rPr lang="zh-CN" altLang="en-US" dirty="0"/>
              <a:t>署名</a:t>
            </a:r>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853200" y="1497150"/>
            <a:ext cx="2084400" cy="693900"/>
          </a:xfrm>
        </p:spPr>
        <p:txBody>
          <a:bodyPr wrap="square" anchor="ctr">
            <a:normAutofit/>
          </a:bodyPr>
          <a:lstStyle>
            <a:lvl1pPr>
              <a:defRPr sz="6000"/>
            </a:lvl1pPr>
          </a:lstStyle>
          <a:p>
            <a:r>
              <a:rPr lang="zh-CN" altLang="en-US" dirty="0"/>
              <a:t>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矩形 3"/>
          <p:cNvSpPr>
            <a:spLocks noChangeAspect="1"/>
          </p:cNvSpPr>
          <p:nvPr userDrawn="1">
            <p:custDataLst>
              <p:tags r:id="rId6"/>
            </p:custDataLst>
          </p:nvPr>
        </p:nvSpPr>
        <p:spPr>
          <a:xfrm flipH="1">
            <a:off x="8191976" y="1686401"/>
            <a:ext cx="134779" cy="134779"/>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矩形 4"/>
          <p:cNvSpPr>
            <a:spLocks noChangeAspect="1"/>
          </p:cNvSpPr>
          <p:nvPr userDrawn="1">
            <p:custDataLst>
              <p:tags r:id="rId7"/>
            </p:custDataLst>
          </p:nvPr>
        </p:nvSpPr>
        <p:spPr>
          <a:xfrm flipH="1">
            <a:off x="8191976" y="1864995"/>
            <a:ext cx="134779" cy="134779"/>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矩形 5"/>
          <p:cNvSpPr>
            <a:spLocks noChangeAspect="1"/>
          </p:cNvSpPr>
          <p:nvPr userDrawn="1">
            <p:custDataLst>
              <p:tags r:id="rId8"/>
            </p:custDataLst>
          </p:nvPr>
        </p:nvSpPr>
        <p:spPr>
          <a:xfrm flipH="1">
            <a:off x="8006239" y="1686401"/>
            <a:ext cx="134779" cy="134779"/>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a:spLocks noChangeAspect="1"/>
          </p:cNvSpPr>
          <p:nvPr userDrawn="1">
            <p:custDataLst>
              <p:tags r:id="rId9"/>
            </p:custDataLst>
          </p:nvPr>
        </p:nvSpPr>
        <p:spPr>
          <a:xfrm flipH="1">
            <a:off x="8006239" y="1864995"/>
            <a:ext cx="134779" cy="134779"/>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矩形 10"/>
          <p:cNvSpPr>
            <a:spLocks noChangeAspect="1"/>
          </p:cNvSpPr>
          <p:nvPr userDrawn="1">
            <p:custDataLst>
              <p:tags r:id="rId10"/>
            </p:custDataLst>
          </p:nvPr>
        </p:nvSpPr>
        <p:spPr>
          <a:xfrm flipH="1">
            <a:off x="7821454" y="1864995"/>
            <a:ext cx="134779" cy="134779"/>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a:spLocks noChangeAspect="1"/>
          </p:cNvSpPr>
          <p:nvPr userDrawn="1">
            <p:custDataLst>
              <p:tags r:id="rId11"/>
            </p:custDataLst>
          </p:nvPr>
        </p:nvSpPr>
        <p:spPr>
          <a:xfrm flipH="1">
            <a:off x="7636193" y="1864995"/>
            <a:ext cx="134779" cy="134779"/>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34" name="任意多边形: 形状 33"/>
          <p:cNvSpPr/>
          <p:nvPr userDrawn="1">
            <p:custDataLst>
              <p:tags r:id="rId2"/>
            </p:custDataLst>
          </p:nvPr>
        </p:nvSpPr>
        <p:spPr>
          <a:xfrm>
            <a:off x="770" y="857250"/>
            <a:ext cx="2544930" cy="5143500"/>
          </a:xfrm>
          <a:custGeom>
            <a:avLst/>
            <a:gdLst>
              <a:gd name="connsiteX0" fmla="*/ 0 w 3393240"/>
              <a:gd name="connsiteY0" fmla="*/ 0 h 6858000"/>
              <a:gd name="connsiteX1" fmla="*/ 720451 w 3393240"/>
              <a:gd name="connsiteY1" fmla="*/ 1 h 6858000"/>
              <a:gd name="connsiteX2" fmla="*/ 3393240 w 3393240"/>
              <a:gd name="connsiteY2" fmla="*/ 3421015 h 6858000"/>
              <a:gd name="connsiteX3" fmla="*/ 3391382 w 3393240"/>
              <a:gd name="connsiteY3" fmla="*/ 3422466 h 6858000"/>
              <a:gd name="connsiteX4" fmla="*/ 3393239 w 3393240"/>
              <a:gd name="connsiteY4" fmla="*/ 3423917 h 6858000"/>
              <a:gd name="connsiteX5" fmla="*/ 710239 w 3393240"/>
              <a:gd name="connsiteY5" fmla="*/ 6858000 h 6858000"/>
              <a:gd name="connsiteX6" fmla="*/ 0 w 3393240"/>
              <a:gd name="connsiteY6" fmla="*/ 6858000 h 6858000"/>
              <a:gd name="connsiteX7" fmla="*/ 0 w 3393240"/>
              <a:gd name="connsiteY7" fmla="*/ 5754817 h 6858000"/>
              <a:gd name="connsiteX8" fmla="*/ 1822233 w 3393240"/>
              <a:gd name="connsiteY8" fmla="*/ 3422467 h 6858000"/>
              <a:gd name="connsiteX9" fmla="*/ 0 w 3393240"/>
              <a:gd name="connsiteY9" fmla="*/ 1090115 h 6858000"/>
              <a:gd name="connsiteX10" fmla="*/ 0 w 3393240"/>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93240" h="6858000">
                <a:moveTo>
                  <a:pt x="0" y="0"/>
                </a:moveTo>
                <a:lnTo>
                  <a:pt x="720451" y="1"/>
                </a:lnTo>
                <a:lnTo>
                  <a:pt x="3393240" y="3421015"/>
                </a:lnTo>
                <a:lnTo>
                  <a:pt x="3391382" y="3422466"/>
                </a:lnTo>
                <a:lnTo>
                  <a:pt x="3393239" y="3423917"/>
                </a:lnTo>
                <a:lnTo>
                  <a:pt x="710239" y="6858000"/>
                </a:lnTo>
                <a:lnTo>
                  <a:pt x="0" y="6858000"/>
                </a:lnTo>
                <a:lnTo>
                  <a:pt x="0" y="5754817"/>
                </a:lnTo>
                <a:lnTo>
                  <a:pt x="1822233" y="3422467"/>
                </a:lnTo>
                <a:lnTo>
                  <a:pt x="0" y="1090115"/>
                </a:lnTo>
                <a:lnTo>
                  <a:pt x="0" y="0"/>
                </a:lnTo>
                <a:close/>
              </a:path>
            </a:pathLst>
          </a:custGeom>
          <a:noFill/>
          <a:ln>
            <a:gradFill>
              <a:gsLst>
                <a:gs pos="0">
                  <a:schemeClr val="accent1">
                    <a:alpha val="5000"/>
                  </a:schemeClr>
                </a:gs>
                <a:gs pos="100000">
                  <a:schemeClr val="accent1">
                    <a:alpha val="50000"/>
                  </a:schemeClr>
                </a:gs>
              </a:gsLst>
              <a:lin ang="5160000" scaled="1"/>
            </a:gra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350">
              <a:sym typeface="+mn-ea"/>
            </a:endParaRPr>
          </a:p>
        </p:txBody>
      </p:sp>
      <p:sp>
        <p:nvSpPr>
          <p:cNvPr id="40" name="任意多边形: 形状 39"/>
          <p:cNvSpPr/>
          <p:nvPr userDrawn="1">
            <p:custDataLst>
              <p:tags r:id="rId3"/>
            </p:custDataLst>
          </p:nvPr>
        </p:nvSpPr>
        <p:spPr>
          <a:xfrm>
            <a:off x="239410" y="857251"/>
            <a:ext cx="3190211" cy="5143500"/>
          </a:xfrm>
          <a:custGeom>
            <a:avLst/>
            <a:gdLst>
              <a:gd name="connsiteX0" fmla="*/ 0 w 4253614"/>
              <a:gd name="connsiteY0" fmla="*/ 0 h 6858000"/>
              <a:gd name="connsiteX1" fmla="*/ 1572141 w 4253614"/>
              <a:gd name="connsiteY1" fmla="*/ 0 h 6858000"/>
              <a:gd name="connsiteX2" fmla="*/ 4253613 w 4253614"/>
              <a:gd name="connsiteY2" fmla="*/ 3432127 h 6858000"/>
              <a:gd name="connsiteX3" fmla="*/ 4251756 w 4253614"/>
              <a:gd name="connsiteY3" fmla="*/ 3433579 h 6858000"/>
              <a:gd name="connsiteX4" fmla="*/ 4253614 w 4253614"/>
              <a:gd name="connsiteY4" fmla="*/ 3435029 h 6858000"/>
              <a:gd name="connsiteX5" fmla="*/ 1579296 w 4253614"/>
              <a:gd name="connsiteY5" fmla="*/ 6858000 h 6858000"/>
              <a:gd name="connsiteX6" fmla="*/ 7155 w 4253614"/>
              <a:gd name="connsiteY6" fmla="*/ 6857999 h 6858000"/>
              <a:gd name="connsiteX7" fmla="*/ 2682607 w 4253614"/>
              <a:gd name="connsiteY7" fmla="*/ 3433579 h 6858000"/>
              <a:gd name="connsiteX8" fmla="*/ 0 w 4253614"/>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3614" h="6858000">
                <a:moveTo>
                  <a:pt x="0" y="0"/>
                </a:moveTo>
                <a:lnTo>
                  <a:pt x="1572141" y="0"/>
                </a:lnTo>
                <a:lnTo>
                  <a:pt x="4253613" y="3432127"/>
                </a:lnTo>
                <a:lnTo>
                  <a:pt x="4251756" y="3433579"/>
                </a:lnTo>
                <a:lnTo>
                  <a:pt x="4253614" y="3435029"/>
                </a:lnTo>
                <a:lnTo>
                  <a:pt x="1579296" y="6858000"/>
                </a:lnTo>
                <a:lnTo>
                  <a:pt x="7155" y="6857999"/>
                </a:lnTo>
                <a:lnTo>
                  <a:pt x="2682607" y="3433579"/>
                </a:lnTo>
                <a:lnTo>
                  <a:pt x="0" y="0"/>
                </a:lnTo>
                <a:close/>
              </a:path>
            </a:pathLst>
          </a:cu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sz="1350"/>
          </a:p>
        </p:txBody>
      </p:sp>
      <p:sp>
        <p:nvSpPr>
          <p:cNvPr id="37" name="任意多边形: 形状 36"/>
          <p:cNvSpPr/>
          <p:nvPr userDrawn="1">
            <p:custDataLst>
              <p:tags r:id="rId4"/>
            </p:custDataLst>
          </p:nvPr>
        </p:nvSpPr>
        <p:spPr>
          <a:xfrm>
            <a:off x="770" y="857250"/>
            <a:ext cx="2892593" cy="5143500"/>
          </a:xfrm>
          <a:custGeom>
            <a:avLst/>
            <a:gdLst>
              <a:gd name="connsiteX0" fmla="*/ 1183999 w 3856790"/>
              <a:gd name="connsiteY0" fmla="*/ 0 h 6858000"/>
              <a:gd name="connsiteX1" fmla="*/ 3856790 w 3856790"/>
              <a:gd name="connsiteY1" fmla="*/ 3421016 h 6858000"/>
              <a:gd name="connsiteX2" fmla="*/ 3854932 w 3856790"/>
              <a:gd name="connsiteY2" fmla="*/ 3422467 h 6858000"/>
              <a:gd name="connsiteX3" fmla="*/ 3856789 w 3856790"/>
              <a:gd name="connsiteY3" fmla="*/ 3423919 h 6858000"/>
              <a:gd name="connsiteX4" fmla="*/ 1173791 w 3856790"/>
              <a:gd name="connsiteY4" fmla="*/ 6858000 h 6858000"/>
              <a:gd name="connsiteX5" fmla="*/ 0 w 3856790"/>
              <a:gd name="connsiteY5" fmla="*/ 6858000 h 6858000"/>
              <a:gd name="connsiteX6" fmla="*/ 0 w 3856790"/>
              <a:gd name="connsiteY6" fmla="*/ 6348134 h 6858000"/>
              <a:gd name="connsiteX7" fmla="*/ 2285782 w 3856790"/>
              <a:gd name="connsiteY7" fmla="*/ 3422467 h 6858000"/>
              <a:gd name="connsiteX8" fmla="*/ 0 w 3856790"/>
              <a:gd name="connsiteY8" fmla="*/ 496800 h 6858000"/>
              <a:gd name="connsiteX9" fmla="*/ 0 w 3856790"/>
              <a:gd name="connsiteY9" fmla="*/ 1 h 6858000"/>
              <a:gd name="connsiteX10" fmla="*/ 1183999 w 3856790"/>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56790" h="6858000">
                <a:moveTo>
                  <a:pt x="1183999" y="0"/>
                </a:moveTo>
                <a:lnTo>
                  <a:pt x="3856790" y="3421016"/>
                </a:lnTo>
                <a:lnTo>
                  <a:pt x="3854932" y="3422467"/>
                </a:lnTo>
                <a:lnTo>
                  <a:pt x="3856789" y="3423919"/>
                </a:lnTo>
                <a:lnTo>
                  <a:pt x="1173791" y="6858000"/>
                </a:lnTo>
                <a:lnTo>
                  <a:pt x="0" y="6858000"/>
                </a:lnTo>
                <a:lnTo>
                  <a:pt x="0" y="6348134"/>
                </a:lnTo>
                <a:lnTo>
                  <a:pt x="2285782" y="3422467"/>
                </a:lnTo>
                <a:lnTo>
                  <a:pt x="0" y="496800"/>
                </a:lnTo>
                <a:lnTo>
                  <a:pt x="0" y="1"/>
                </a:lnTo>
                <a:lnTo>
                  <a:pt x="1183999" y="0"/>
                </a:lnTo>
                <a:close/>
              </a:path>
            </a:pathLst>
          </a:custGeom>
          <a:gradFill>
            <a:gsLst>
              <a:gs pos="0">
                <a:schemeClr val="accent1">
                  <a:lumMod val="65000"/>
                  <a:lumOff val="35000"/>
                </a:schemeClr>
              </a:gs>
              <a:gs pos="100000">
                <a:schemeClr val="accent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sz="1350"/>
          </a:p>
        </p:txBody>
      </p:sp>
      <p:sp>
        <p:nvSpPr>
          <p:cNvPr id="7" name="矩形 6"/>
          <p:cNvSpPr>
            <a:spLocks noChangeAspect="1"/>
          </p:cNvSpPr>
          <p:nvPr userDrawn="1">
            <p:custDataLst>
              <p:tags r:id="rId5"/>
            </p:custDataLst>
          </p:nvPr>
        </p:nvSpPr>
        <p:spPr>
          <a:xfrm flipH="1">
            <a:off x="8537170" y="5257031"/>
            <a:ext cx="135000" cy="135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矩形 8"/>
          <p:cNvSpPr>
            <a:spLocks noChangeAspect="1"/>
          </p:cNvSpPr>
          <p:nvPr userDrawn="1">
            <p:custDataLst>
              <p:tags r:id="rId6"/>
            </p:custDataLst>
          </p:nvPr>
        </p:nvSpPr>
        <p:spPr>
          <a:xfrm flipH="1">
            <a:off x="8537170" y="5435628"/>
            <a:ext cx="135000" cy="135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a:spLocks noChangeAspect="1"/>
          </p:cNvSpPr>
          <p:nvPr userDrawn="1">
            <p:custDataLst>
              <p:tags r:id="rId7"/>
            </p:custDataLst>
          </p:nvPr>
        </p:nvSpPr>
        <p:spPr>
          <a:xfrm flipH="1">
            <a:off x="8351429" y="5257031"/>
            <a:ext cx="135000" cy="135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矩形 10"/>
          <p:cNvSpPr>
            <a:spLocks noChangeAspect="1"/>
          </p:cNvSpPr>
          <p:nvPr userDrawn="1">
            <p:custDataLst>
              <p:tags r:id="rId8"/>
            </p:custDataLst>
          </p:nvPr>
        </p:nvSpPr>
        <p:spPr>
          <a:xfrm flipH="1">
            <a:off x="8351429" y="5435628"/>
            <a:ext cx="135000" cy="135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a:spLocks noChangeAspect="1"/>
          </p:cNvSpPr>
          <p:nvPr userDrawn="1">
            <p:custDataLst>
              <p:tags r:id="rId9"/>
            </p:custDataLst>
          </p:nvPr>
        </p:nvSpPr>
        <p:spPr>
          <a:xfrm flipH="1">
            <a:off x="8166717" y="5435628"/>
            <a:ext cx="135000" cy="135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矩形 12"/>
          <p:cNvSpPr>
            <a:spLocks noChangeAspect="1"/>
          </p:cNvSpPr>
          <p:nvPr userDrawn="1">
            <p:custDataLst>
              <p:tags r:id="rId10"/>
            </p:custDataLst>
          </p:nvPr>
        </p:nvSpPr>
        <p:spPr>
          <a:xfrm flipH="1">
            <a:off x="7981378" y="5435628"/>
            <a:ext cx="135000" cy="135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矩形 13"/>
          <p:cNvSpPr/>
          <p:nvPr userDrawn="1">
            <p:custDataLst>
              <p:tags r:id="rId11"/>
            </p:custDataLst>
          </p:nvPr>
        </p:nvSpPr>
        <p:spPr>
          <a:xfrm flipH="1">
            <a:off x="4173038" y="3255266"/>
            <a:ext cx="1863000" cy="135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p:custDataLst>
              <p:tags r:id="rId12"/>
            </p:custDataLst>
          </p:nvPr>
        </p:nvSpPr>
        <p:spPr>
          <a:xfrm>
            <a:off x="4077000" y="3557250"/>
            <a:ext cx="4900500" cy="1541700"/>
          </a:xfrm>
        </p:spPr>
        <p:txBody>
          <a:bodyPr wrap="square" anchor="t">
            <a:normAutofit/>
          </a:bodyPr>
          <a:lstStyle>
            <a:lvl1pPr algn="l">
              <a:defRPr sz="6000"/>
            </a:lvl1pPr>
          </a:lstStyle>
          <a:p>
            <a:r>
              <a:rPr lang="zh-CN" altLang="en-US" dirty="0"/>
              <a:t>单击此处编辑母版标题样式</a:t>
            </a:r>
            <a:endParaRPr lang="zh-CN" altLang="en-US" dirty="0"/>
          </a:p>
        </p:txBody>
      </p:sp>
      <p:sp>
        <p:nvSpPr>
          <p:cNvPr id="8" name="节编号 3"/>
          <p:cNvSpPr>
            <a:spLocks noGrp="1"/>
          </p:cNvSpPr>
          <p:nvPr>
            <p:ph type="body" sz="quarter" idx="13" hasCustomPrompt="1"/>
            <p:custDataLst>
              <p:tags r:id="rId13"/>
            </p:custDataLst>
          </p:nvPr>
        </p:nvSpPr>
        <p:spPr>
          <a:xfrm>
            <a:off x="4077000" y="2361150"/>
            <a:ext cx="2921400" cy="623700"/>
          </a:xfrm>
        </p:spPr>
        <p:txBody>
          <a:bodyPr wrap="none" anchor="b">
            <a:normAutofit/>
          </a:bodyPr>
          <a:lstStyle>
            <a:lvl1pPr marL="0" indent="0" algn="l">
              <a:buNone/>
              <a:defRPr sz="4800" b="1">
                <a:solidFill>
                  <a:schemeClr val="accent1">
                    <a:lumMod val="60000"/>
                    <a:lumOff val="40000"/>
                  </a:schemeClr>
                </a:solidFill>
              </a:defRPr>
            </a:lvl1pPr>
          </a:lstStyle>
          <a:p>
            <a:pPr lvl="0"/>
            <a:r>
              <a:rPr lang="zh-CN" altLang="en-US" dirty="0"/>
              <a:t>节编号</a:t>
            </a:r>
            <a:endParaRPr lang="zh-CN" altLang="en-US" dirty="0"/>
          </a:p>
        </p:txBody>
      </p:sp>
      <p:sp>
        <p:nvSpPr>
          <p:cNvPr id="4" name="日期占位符 4"/>
          <p:cNvSpPr>
            <a:spLocks noGrp="1"/>
          </p:cNvSpPr>
          <p:nvPr>
            <p:ph type="dt" sz="half" idx="10"/>
            <p:custDataLst>
              <p:tags r:id="rId1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15"/>
            </p:custDataLst>
          </p:nvPr>
        </p:nvSpPr>
        <p:spPr/>
        <p:txBody>
          <a:bodyPr/>
          <a:lstStyle/>
          <a:p>
            <a:endParaRPr lang="zh-CN" altLang="en-US"/>
          </a:p>
        </p:txBody>
      </p:sp>
      <p:sp>
        <p:nvSpPr>
          <p:cNvPr id="6" name="灯片编号占位符 6"/>
          <p:cNvSpPr>
            <a:spLocks noGrp="1"/>
          </p:cNvSpPr>
          <p:nvPr>
            <p:ph type="sldNum" sz="quarter" idx="12"/>
            <p:custDataLst>
              <p:tags r:id="rId1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521970" y="1833563"/>
            <a:ext cx="3992880" cy="3656888"/>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4629150" y="1833563"/>
            <a:ext cx="3992880" cy="3656888"/>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521970" y="1833563"/>
            <a:ext cx="3992880" cy="308477"/>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4" name="内容占位符 3"/>
          <p:cNvSpPr>
            <a:spLocks noGrp="1"/>
          </p:cNvSpPr>
          <p:nvPr>
            <p:ph sz="half" idx="2"/>
            <p:custDataLst>
              <p:tags r:id="rId3"/>
            </p:custDataLst>
          </p:nvPr>
        </p:nvSpPr>
        <p:spPr>
          <a:xfrm>
            <a:off x="521970" y="2263574"/>
            <a:ext cx="3992880" cy="3225207"/>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hasCustomPrompt="1"/>
            <p:custDataLst>
              <p:tags r:id="rId4"/>
            </p:custDataLst>
          </p:nvPr>
        </p:nvSpPr>
        <p:spPr>
          <a:xfrm>
            <a:off x="4629150" y="1833563"/>
            <a:ext cx="3992880" cy="308477"/>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6" name="内容占位符 5"/>
          <p:cNvSpPr>
            <a:spLocks noGrp="1"/>
          </p:cNvSpPr>
          <p:nvPr>
            <p:ph sz="quarter" idx="4"/>
            <p:custDataLst>
              <p:tags r:id="rId5"/>
            </p:custDataLst>
          </p:nvPr>
        </p:nvSpPr>
        <p:spPr>
          <a:xfrm>
            <a:off x="4629150" y="2263574"/>
            <a:ext cx="3992880" cy="3225207"/>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521970" y="1127284"/>
            <a:ext cx="8101489" cy="4363403"/>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521970" y="1833563"/>
            <a:ext cx="8099316" cy="304165"/>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32" name="任意多边形: 形状 31"/>
          <p:cNvSpPr/>
          <p:nvPr userDrawn="1">
            <p:custDataLst>
              <p:tags r:id="rId2"/>
            </p:custDataLst>
          </p:nvPr>
        </p:nvSpPr>
        <p:spPr>
          <a:xfrm>
            <a:off x="1282974" y="857250"/>
            <a:ext cx="3244830" cy="5143499"/>
          </a:xfrm>
          <a:custGeom>
            <a:avLst/>
            <a:gdLst>
              <a:gd name="connsiteX0" fmla="*/ 2601428 w 4326440"/>
              <a:gd name="connsiteY0" fmla="*/ 0 h 6857999"/>
              <a:gd name="connsiteX1" fmla="*/ 4173514 w 4326440"/>
              <a:gd name="connsiteY1" fmla="*/ 0 h 6857999"/>
              <a:gd name="connsiteX2" fmla="*/ 1570981 w 4326440"/>
              <a:gd name="connsiteY2" fmla="*/ 3331090 h 6857999"/>
              <a:gd name="connsiteX3" fmla="*/ 4326440 w 4326440"/>
              <a:gd name="connsiteY3" fmla="*/ 6857999 h 6857999"/>
              <a:gd name="connsiteX4" fmla="*/ 2754297 w 4326440"/>
              <a:gd name="connsiteY4" fmla="*/ 6857999 h 6857999"/>
              <a:gd name="connsiteX5" fmla="*/ 1 w 4326440"/>
              <a:gd name="connsiteY5" fmla="*/ 3332577 h 6857999"/>
              <a:gd name="connsiteX6" fmla="*/ 1858 w 4326440"/>
              <a:gd name="connsiteY6" fmla="*/ 3331127 h 6857999"/>
              <a:gd name="connsiteX7" fmla="*/ 0 w 4326440"/>
              <a:gd name="connsiteY7" fmla="*/ 3329676 h 6857999"/>
              <a:gd name="connsiteX8" fmla="*/ 2601428 w 4326440"/>
              <a:gd name="connsiteY8"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26440" h="6857999">
                <a:moveTo>
                  <a:pt x="2601428" y="0"/>
                </a:moveTo>
                <a:lnTo>
                  <a:pt x="4173514" y="0"/>
                </a:lnTo>
                <a:lnTo>
                  <a:pt x="1570981" y="3331090"/>
                </a:lnTo>
                <a:lnTo>
                  <a:pt x="4326440" y="6857999"/>
                </a:lnTo>
                <a:lnTo>
                  <a:pt x="2754297" y="6857999"/>
                </a:lnTo>
                <a:lnTo>
                  <a:pt x="1" y="3332577"/>
                </a:lnTo>
                <a:lnTo>
                  <a:pt x="1858" y="3331127"/>
                </a:lnTo>
                <a:lnTo>
                  <a:pt x="0" y="3329676"/>
                </a:lnTo>
                <a:lnTo>
                  <a:pt x="2601428" y="0"/>
                </a:lnTo>
                <a:close/>
              </a:path>
            </a:pathLst>
          </a:custGeom>
          <a:noFill/>
          <a:ln>
            <a:gradFill>
              <a:gsLst>
                <a:gs pos="0">
                  <a:schemeClr val="accent1">
                    <a:alpha val="5000"/>
                  </a:schemeClr>
                </a:gs>
                <a:gs pos="100000">
                  <a:schemeClr val="accent1">
                    <a:alpha val="50000"/>
                  </a:schemeClr>
                </a:gs>
              </a:gsLst>
              <a:lin ang="5160000" scaled="1"/>
            </a:gra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350">
              <a:sym typeface="+mn-ea"/>
            </a:endParaRPr>
          </a:p>
        </p:txBody>
      </p:sp>
      <p:sp>
        <p:nvSpPr>
          <p:cNvPr id="35" name="任意多边形: 形状 34"/>
          <p:cNvSpPr/>
          <p:nvPr userDrawn="1">
            <p:custDataLst>
              <p:tags r:id="rId3"/>
            </p:custDataLst>
          </p:nvPr>
        </p:nvSpPr>
        <p:spPr>
          <a:xfrm>
            <a:off x="399054" y="857250"/>
            <a:ext cx="3238134" cy="5143499"/>
          </a:xfrm>
          <a:custGeom>
            <a:avLst/>
            <a:gdLst>
              <a:gd name="connsiteX0" fmla="*/ 2610358 w 4317512"/>
              <a:gd name="connsiteY0" fmla="*/ 0 h 6857999"/>
              <a:gd name="connsiteX1" fmla="*/ 4182444 w 4317512"/>
              <a:gd name="connsiteY1" fmla="*/ 1 h 6857999"/>
              <a:gd name="connsiteX2" fmla="*/ 1570981 w 4317512"/>
              <a:gd name="connsiteY2" fmla="*/ 3342521 h 6857999"/>
              <a:gd name="connsiteX3" fmla="*/ 4317512 w 4317512"/>
              <a:gd name="connsiteY3" fmla="*/ 6857999 h 6857999"/>
              <a:gd name="connsiteX4" fmla="*/ 2745367 w 4317512"/>
              <a:gd name="connsiteY4" fmla="*/ 6857999 h 6857999"/>
              <a:gd name="connsiteX5" fmla="*/ 1 w 4317512"/>
              <a:gd name="connsiteY5" fmla="*/ 3344008 h 6857999"/>
              <a:gd name="connsiteX6" fmla="*/ 1858 w 4317512"/>
              <a:gd name="connsiteY6" fmla="*/ 3342558 h 6857999"/>
              <a:gd name="connsiteX7" fmla="*/ 0 w 4317512"/>
              <a:gd name="connsiteY7" fmla="*/ 3341106 h 6857999"/>
              <a:gd name="connsiteX8" fmla="*/ 2610358 w 4317512"/>
              <a:gd name="connsiteY8"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17512" h="6857999">
                <a:moveTo>
                  <a:pt x="2610358" y="0"/>
                </a:moveTo>
                <a:lnTo>
                  <a:pt x="4182444" y="1"/>
                </a:lnTo>
                <a:lnTo>
                  <a:pt x="1570981" y="3342521"/>
                </a:lnTo>
                <a:lnTo>
                  <a:pt x="4317512" y="6857999"/>
                </a:lnTo>
                <a:lnTo>
                  <a:pt x="2745367" y="6857999"/>
                </a:lnTo>
                <a:lnTo>
                  <a:pt x="1" y="3344008"/>
                </a:lnTo>
                <a:lnTo>
                  <a:pt x="1858" y="3342558"/>
                </a:lnTo>
                <a:lnTo>
                  <a:pt x="0" y="3341106"/>
                </a:lnTo>
                <a:lnTo>
                  <a:pt x="2610358" y="0"/>
                </a:lnTo>
                <a:close/>
              </a:path>
            </a:pathLst>
          </a:cu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sz="1350"/>
          </a:p>
        </p:txBody>
      </p:sp>
      <p:sp>
        <p:nvSpPr>
          <p:cNvPr id="38" name="任意多边形: 形状 37"/>
          <p:cNvSpPr/>
          <p:nvPr userDrawn="1">
            <p:custDataLst>
              <p:tags r:id="rId4"/>
            </p:custDataLst>
          </p:nvPr>
        </p:nvSpPr>
        <p:spPr>
          <a:xfrm>
            <a:off x="935312" y="857250"/>
            <a:ext cx="3244830" cy="5143499"/>
          </a:xfrm>
          <a:custGeom>
            <a:avLst/>
            <a:gdLst>
              <a:gd name="connsiteX0" fmla="*/ 2601429 w 4326440"/>
              <a:gd name="connsiteY0" fmla="*/ 0 h 6857999"/>
              <a:gd name="connsiteX1" fmla="*/ 4173514 w 4326440"/>
              <a:gd name="connsiteY1" fmla="*/ 0 h 6857999"/>
              <a:gd name="connsiteX2" fmla="*/ 1570981 w 4326440"/>
              <a:gd name="connsiteY2" fmla="*/ 3331090 h 6857999"/>
              <a:gd name="connsiteX3" fmla="*/ 4326440 w 4326440"/>
              <a:gd name="connsiteY3" fmla="*/ 6857999 h 6857999"/>
              <a:gd name="connsiteX4" fmla="*/ 2754297 w 4326440"/>
              <a:gd name="connsiteY4" fmla="*/ 6857999 h 6857999"/>
              <a:gd name="connsiteX5" fmla="*/ 1 w 4326440"/>
              <a:gd name="connsiteY5" fmla="*/ 3332577 h 6857999"/>
              <a:gd name="connsiteX6" fmla="*/ 1857 w 4326440"/>
              <a:gd name="connsiteY6" fmla="*/ 3331127 h 6857999"/>
              <a:gd name="connsiteX7" fmla="*/ 0 w 4326440"/>
              <a:gd name="connsiteY7" fmla="*/ 3329676 h 6857999"/>
              <a:gd name="connsiteX8" fmla="*/ 2601429 w 4326440"/>
              <a:gd name="connsiteY8"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26440" h="6857999">
                <a:moveTo>
                  <a:pt x="2601429" y="0"/>
                </a:moveTo>
                <a:lnTo>
                  <a:pt x="4173514" y="0"/>
                </a:lnTo>
                <a:lnTo>
                  <a:pt x="1570981" y="3331090"/>
                </a:lnTo>
                <a:lnTo>
                  <a:pt x="4326440" y="6857999"/>
                </a:lnTo>
                <a:lnTo>
                  <a:pt x="2754297" y="6857999"/>
                </a:lnTo>
                <a:lnTo>
                  <a:pt x="1" y="3332577"/>
                </a:lnTo>
                <a:lnTo>
                  <a:pt x="1857" y="3331127"/>
                </a:lnTo>
                <a:lnTo>
                  <a:pt x="0" y="3329676"/>
                </a:lnTo>
                <a:lnTo>
                  <a:pt x="2601429" y="0"/>
                </a:lnTo>
                <a:close/>
              </a:path>
            </a:pathLst>
          </a:custGeom>
          <a:gradFill>
            <a:gsLst>
              <a:gs pos="0">
                <a:schemeClr val="accent1">
                  <a:lumMod val="65000"/>
                  <a:lumOff val="35000"/>
                </a:schemeClr>
              </a:gs>
              <a:gs pos="100000">
                <a:schemeClr val="accent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sz="1350"/>
          </a:p>
        </p:txBody>
      </p:sp>
      <p:sp>
        <p:nvSpPr>
          <p:cNvPr id="7" name="矩形 6"/>
          <p:cNvSpPr>
            <a:spLocks noChangeAspect="1"/>
          </p:cNvSpPr>
          <p:nvPr userDrawn="1">
            <p:custDataLst>
              <p:tags r:id="rId5"/>
            </p:custDataLst>
          </p:nvPr>
        </p:nvSpPr>
        <p:spPr>
          <a:xfrm flipH="1">
            <a:off x="8537170" y="5257031"/>
            <a:ext cx="135000" cy="135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a:spLocks noChangeAspect="1"/>
          </p:cNvSpPr>
          <p:nvPr userDrawn="1">
            <p:custDataLst>
              <p:tags r:id="rId6"/>
            </p:custDataLst>
          </p:nvPr>
        </p:nvSpPr>
        <p:spPr>
          <a:xfrm flipH="1">
            <a:off x="8537170" y="5435628"/>
            <a:ext cx="135000" cy="135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矩形 8"/>
          <p:cNvSpPr>
            <a:spLocks noChangeAspect="1"/>
          </p:cNvSpPr>
          <p:nvPr userDrawn="1">
            <p:custDataLst>
              <p:tags r:id="rId7"/>
            </p:custDataLst>
          </p:nvPr>
        </p:nvSpPr>
        <p:spPr>
          <a:xfrm flipH="1">
            <a:off x="8351429" y="5257031"/>
            <a:ext cx="135000" cy="135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矩形 10"/>
          <p:cNvSpPr>
            <a:spLocks noChangeAspect="1"/>
          </p:cNvSpPr>
          <p:nvPr userDrawn="1">
            <p:custDataLst>
              <p:tags r:id="rId8"/>
            </p:custDataLst>
          </p:nvPr>
        </p:nvSpPr>
        <p:spPr>
          <a:xfrm flipH="1">
            <a:off x="8351429" y="5435628"/>
            <a:ext cx="135000" cy="135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a:spLocks noChangeAspect="1"/>
          </p:cNvSpPr>
          <p:nvPr userDrawn="1">
            <p:custDataLst>
              <p:tags r:id="rId9"/>
            </p:custDataLst>
          </p:nvPr>
        </p:nvSpPr>
        <p:spPr>
          <a:xfrm flipH="1">
            <a:off x="8166717" y="5435628"/>
            <a:ext cx="135000" cy="135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矩形 12"/>
          <p:cNvSpPr>
            <a:spLocks noChangeAspect="1"/>
          </p:cNvSpPr>
          <p:nvPr userDrawn="1">
            <p:custDataLst>
              <p:tags r:id="rId10"/>
            </p:custDataLst>
          </p:nvPr>
        </p:nvSpPr>
        <p:spPr>
          <a:xfrm flipH="1">
            <a:off x="7981378" y="5435628"/>
            <a:ext cx="135000" cy="135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userDrawn="1">
            <p:ph type="ctrTitle" hasCustomPrompt="1"/>
            <p:custDataLst>
              <p:tags r:id="rId11"/>
            </p:custDataLst>
          </p:nvPr>
        </p:nvSpPr>
        <p:spPr>
          <a:xfrm>
            <a:off x="3445200" y="2860650"/>
            <a:ext cx="4498200" cy="1161000"/>
          </a:xfrm>
        </p:spPr>
        <p:txBody>
          <a:bodyPr wrap="square" anchor="t">
            <a:normAutofit/>
          </a:bodyPr>
          <a:lstStyle>
            <a:lvl1pPr algn="r">
              <a:lnSpc>
                <a:spcPct val="100000"/>
              </a:lnSpc>
              <a:defRPr sz="6600"/>
            </a:lvl1pPr>
          </a:lstStyle>
          <a:p>
            <a:r>
              <a:rPr lang="zh-CN" altLang="en-US" dirty="0"/>
              <a:t>编辑母版标题</a:t>
            </a:r>
            <a:endParaRPr lang="zh-CN" altLang="en-US" dirty="0"/>
          </a:p>
        </p:txBody>
      </p:sp>
      <p:sp>
        <p:nvSpPr>
          <p:cNvPr id="3" name="副标题 2"/>
          <p:cNvSpPr>
            <a:spLocks noGrp="1"/>
          </p:cNvSpPr>
          <p:nvPr userDrawn="1">
            <p:ph type="subTitle" idx="1" hasCustomPrompt="1"/>
            <p:custDataLst>
              <p:tags r:id="rId12"/>
            </p:custDataLst>
          </p:nvPr>
        </p:nvSpPr>
        <p:spPr>
          <a:xfrm>
            <a:off x="3445669" y="2296478"/>
            <a:ext cx="4497705" cy="391478"/>
          </a:xfrm>
        </p:spPr>
        <p:txBody>
          <a:bodyPr wrap="square" anchor="b">
            <a:normAutofit/>
          </a:bodyPr>
          <a:lstStyle>
            <a:lvl1pPr marL="0" indent="0" algn="r">
              <a:lnSpc>
                <a:spcPct val="100000"/>
              </a:lnSpc>
              <a:buNone/>
              <a:defRPr sz="2800">
                <a:solidFill>
                  <a:schemeClr val="accent1">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4" name="日期占位符 3"/>
          <p:cNvSpPr>
            <a:spLocks noGrp="1"/>
          </p:cNvSpPr>
          <p:nvPr userDrawn="1">
            <p:ph type="dt" sz="half" idx="10"/>
            <p:custDataLst>
              <p:tags r:id="rId1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userDrawn="1">
            <p:ph type="ftr" sz="quarter" idx="11"/>
            <p:custDataLst>
              <p:tags r:id="rId14"/>
            </p:custDataLst>
          </p:nvPr>
        </p:nvSpPr>
        <p:spPr/>
        <p:txBody>
          <a:bodyPr/>
          <a:lstStyle/>
          <a:p>
            <a:endParaRPr lang="zh-CN" altLang="en-US"/>
          </a:p>
        </p:txBody>
      </p:sp>
      <p:sp>
        <p:nvSpPr>
          <p:cNvPr id="6" name="灯片编号占位符 5"/>
          <p:cNvSpPr>
            <a:spLocks noGrp="1"/>
          </p:cNvSpPr>
          <p:nvPr userDrawn="1">
            <p:ph type="sldNum" sz="quarter" idx="12"/>
            <p:custDataLst>
              <p:tags r:id="rId15"/>
            </p:custDataLst>
          </p:nvPr>
        </p:nvSpPr>
        <p:spPr>
          <a:xfrm>
            <a:off x="6457950" y="5624513"/>
            <a:ext cx="2057400" cy="273844"/>
          </a:xfrm>
        </p:spPr>
        <p:txBody>
          <a:bodyPr wrap="square">
            <a:normAutofit/>
          </a:bodyPr>
          <a:lstStyle/>
          <a:p>
            <a:fld id="{BE5F26B5-172A-4DC2-B0B7-181CFC56B87C}" type="slidenum">
              <a:rPr lang="zh-CN" altLang="en-US" smtClean="0"/>
            </a:fld>
            <a:endParaRPr lang="zh-CN" altLang="en-US"/>
          </a:p>
        </p:txBody>
      </p:sp>
      <p:sp>
        <p:nvSpPr>
          <p:cNvPr id="24" name="署名占位符 10"/>
          <p:cNvSpPr>
            <a:spLocks noGrp="1"/>
          </p:cNvSpPr>
          <p:nvPr userDrawn="1">
            <p:ph type="body" sz="quarter" idx="17" hasCustomPrompt="1"/>
            <p:custDataLst>
              <p:tags r:id="rId16"/>
            </p:custDataLst>
          </p:nvPr>
        </p:nvSpPr>
        <p:spPr>
          <a:xfrm flipH="1">
            <a:off x="5737500" y="4191750"/>
            <a:ext cx="2138400" cy="432000"/>
          </a:xfrm>
          <a:prstGeom prst="chevron">
            <a:avLst>
              <a:gd name="adj" fmla="val 36771"/>
            </a:avLst>
          </a:prstGeom>
          <a:gradFill>
            <a:gsLst>
              <a:gs pos="0">
                <a:schemeClr val="accent1">
                  <a:lumMod val="65000"/>
                  <a:lumOff val="35000"/>
                </a:schemeClr>
              </a:gs>
              <a:gs pos="100000">
                <a:schemeClr val="accent1"/>
              </a:gs>
            </a:gsLst>
            <a:lin ang="4800000" scaled="0"/>
          </a:gradFill>
        </p:spPr>
        <p:txBody>
          <a:bodyPr wrap="square" anchor="ctr">
            <a:normAutofit/>
          </a:bodyPr>
          <a:lstStyle>
            <a:lvl1pPr marL="0" indent="0" algn="ctr">
              <a:lnSpc>
                <a:spcPct val="100000"/>
              </a:lnSpc>
              <a:buNone/>
              <a:defRPr sz="1800" b="1">
                <a:solidFill>
                  <a:srgbClr val="FFFFFF"/>
                </a:solidFill>
              </a:defRPr>
            </a:lvl1pPr>
          </a:lstStyle>
          <a:p>
            <a:pPr lvl="0"/>
            <a:r>
              <a:rPr lang="zh-CN" altLang="en-US" dirty="0"/>
              <a:t>署名</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6" Type="http://schemas.openxmlformats.org/officeDocument/2006/relationships/theme" Target="../theme/theme2.xml"/><Relationship Id="rId25" Type="http://schemas.openxmlformats.org/officeDocument/2006/relationships/tags" Target="../tags/tag104.xml"/><Relationship Id="rId24" Type="http://schemas.openxmlformats.org/officeDocument/2006/relationships/tags" Target="../tags/tag103.xml"/><Relationship Id="rId23" Type="http://schemas.openxmlformats.org/officeDocument/2006/relationships/tags" Target="../tags/tag102.xml"/><Relationship Id="rId22" Type="http://schemas.openxmlformats.org/officeDocument/2006/relationships/tags" Target="../tags/tag101.xml"/><Relationship Id="rId21" Type="http://schemas.openxmlformats.org/officeDocument/2006/relationships/tags" Target="../tags/tag100.xml"/><Relationship Id="rId20" Type="http://schemas.openxmlformats.org/officeDocument/2006/relationships/tags" Target="../tags/tag99.xml"/><Relationship Id="rId2" Type="http://schemas.openxmlformats.org/officeDocument/2006/relationships/slideLayout" Target="../slideLayouts/slideLayout13.xml"/><Relationship Id="rId19" Type="http://schemas.openxmlformats.org/officeDocument/2006/relationships/tags" Target="../tags/tag98.xml"/><Relationship Id="rId18" Type="http://schemas.openxmlformats.org/officeDocument/2006/relationships/tags" Target="../tags/tag97.xml"/><Relationship Id="rId17" Type="http://schemas.openxmlformats.org/officeDocument/2006/relationships/tags" Target="../tags/tag96.xml"/><Relationship Id="rId16" Type="http://schemas.openxmlformats.org/officeDocument/2006/relationships/tags" Target="../tags/tag95.xml"/><Relationship Id="rId15" Type="http://schemas.openxmlformats.org/officeDocument/2006/relationships/tags" Target="../tags/tag94.xml"/><Relationship Id="rId14" Type="http://schemas.openxmlformats.org/officeDocument/2006/relationships/tags" Target="../tags/tag93.xml"/><Relationship Id="rId13" Type="http://schemas.openxmlformats.org/officeDocument/2006/relationships/tags" Target="../tags/tag92.xml"/><Relationship Id="rId12" Type="http://schemas.openxmlformats.org/officeDocument/2006/relationships/tags" Target="../tags/tag9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1" Type="http://schemas.openxmlformats.org/officeDocument/2006/relationships/theme" Target="../theme/theme3.xml"/><Relationship Id="rId20" Type="http://schemas.openxmlformats.org/officeDocument/2006/relationships/tags" Target="../tags/tag184.xml"/><Relationship Id="rId2" Type="http://schemas.openxmlformats.org/officeDocument/2006/relationships/slideLayout" Target="../slideLayouts/slideLayout24.xml"/><Relationship Id="rId19" Type="http://schemas.openxmlformats.org/officeDocument/2006/relationships/tags" Target="../tags/tag183.xml"/><Relationship Id="rId18" Type="http://schemas.openxmlformats.org/officeDocument/2006/relationships/tags" Target="../tags/tag182.xml"/><Relationship Id="rId17" Type="http://schemas.openxmlformats.org/officeDocument/2006/relationships/tags" Target="../tags/tag181.xml"/><Relationship Id="rId16" Type="http://schemas.openxmlformats.org/officeDocument/2006/relationships/tags" Target="../tags/tag180.xml"/><Relationship Id="rId15" Type="http://schemas.openxmlformats.org/officeDocument/2006/relationships/tags" Target="../tags/tag179.xml"/><Relationship Id="rId14" Type="http://schemas.openxmlformats.org/officeDocument/2006/relationships/tags" Target="../tags/tag178.xml"/><Relationship Id="rId13" Type="http://schemas.openxmlformats.org/officeDocument/2006/relationships/tags" Target="../tags/tag177.xml"/><Relationship Id="rId12" Type="http://schemas.openxmlformats.org/officeDocument/2006/relationships/tags" Target="../tags/tag17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6" Type="http://schemas.openxmlformats.org/officeDocument/2006/relationships/theme" Target="../theme/theme4.xml"/><Relationship Id="rId25" Type="http://schemas.openxmlformats.org/officeDocument/2006/relationships/tags" Target="../tags/tag288.xml"/><Relationship Id="rId24" Type="http://schemas.openxmlformats.org/officeDocument/2006/relationships/tags" Target="../tags/tag287.xml"/><Relationship Id="rId23" Type="http://schemas.openxmlformats.org/officeDocument/2006/relationships/tags" Target="../tags/tag286.xml"/><Relationship Id="rId22" Type="http://schemas.openxmlformats.org/officeDocument/2006/relationships/tags" Target="../tags/tag285.xml"/><Relationship Id="rId21" Type="http://schemas.openxmlformats.org/officeDocument/2006/relationships/tags" Target="../tags/tag284.xml"/><Relationship Id="rId20" Type="http://schemas.openxmlformats.org/officeDocument/2006/relationships/tags" Target="../tags/tag283.xml"/><Relationship Id="rId2" Type="http://schemas.openxmlformats.org/officeDocument/2006/relationships/slideLayout" Target="../slideLayouts/slideLayout35.xml"/><Relationship Id="rId19" Type="http://schemas.openxmlformats.org/officeDocument/2006/relationships/tags" Target="../tags/tag282.xml"/><Relationship Id="rId18" Type="http://schemas.openxmlformats.org/officeDocument/2006/relationships/tags" Target="../tags/tag281.xml"/><Relationship Id="rId17" Type="http://schemas.openxmlformats.org/officeDocument/2006/relationships/tags" Target="../tags/tag280.xml"/><Relationship Id="rId16" Type="http://schemas.openxmlformats.org/officeDocument/2006/relationships/tags" Target="../tags/tag279.xml"/><Relationship Id="rId15" Type="http://schemas.openxmlformats.org/officeDocument/2006/relationships/tags" Target="../tags/tag278.xml"/><Relationship Id="rId14" Type="http://schemas.openxmlformats.org/officeDocument/2006/relationships/tags" Target="../tags/tag277.xml"/><Relationship Id="rId13" Type="http://schemas.openxmlformats.org/officeDocument/2006/relationships/tags" Target="../tags/tag276.xml"/><Relationship Id="rId12" Type="http://schemas.openxmlformats.org/officeDocument/2006/relationships/tags" Target="../tags/tag275.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任意多边形: 形状 27"/>
          <p:cNvSpPr/>
          <p:nvPr>
            <p:custDataLst>
              <p:tags r:id="rId12"/>
            </p:custDataLst>
          </p:nvPr>
        </p:nvSpPr>
        <p:spPr>
          <a:xfrm>
            <a:off x="5188415" y="2"/>
            <a:ext cx="2014538" cy="6858000"/>
          </a:xfrm>
          <a:custGeom>
            <a:avLst/>
            <a:gdLst>
              <a:gd name="connsiteX0" fmla="*/ 23 w 4230"/>
              <a:gd name="connsiteY0" fmla="*/ 10800 h 10800"/>
              <a:gd name="connsiteX1" fmla="*/ 4230 w 4230"/>
              <a:gd name="connsiteY1" fmla="*/ 5414 h 10800"/>
              <a:gd name="connsiteX2" fmla="*/ 0 w 4230"/>
              <a:gd name="connsiteY2" fmla="*/ 0 h 10800"/>
            </a:gdLst>
            <a:ahLst/>
            <a:cxnLst>
              <a:cxn ang="0">
                <a:pos x="connsiteX0" y="connsiteY0"/>
              </a:cxn>
              <a:cxn ang="0">
                <a:pos x="connsiteX1" y="connsiteY1"/>
              </a:cxn>
              <a:cxn ang="0">
                <a:pos x="connsiteX2" y="connsiteY2"/>
              </a:cxn>
            </a:cxnLst>
            <a:rect l="l" t="t" r="r" b="b"/>
            <a:pathLst>
              <a:path w="4230" h="10800">
                <a:moveTo>
                  <a:pt x="23" y="10800"/>
                </a:moveTo>
                <a:lnTo>
                  <a:pt x="4230" y="5414"/>
                </a:lnTo>
                <a:lnTo>
                  <a:pt x="0" y="0"/>
                </a:lnTo>
              </a:path>
            </a:pathLst>
          </a:custGeom>
          <a:noFill/>
          <a:ln>
            <a:gradFill>
              <a:gsLst>
                <a:gs pos="0">
                  <a:schemeClr val="accent1">
                    <a:alpha val="3000"/>
                  </a:schemeClr>
                </a:gs>
                <a:gs pos="100000">
                  <a:schemeClr val="accent1">
                    <a:alpha val="8000"/>
                  </a:schemeClr>
                </a:gs>
              </a:gsLst>
              <a:lin ang="5160000" scaled="1"/>
            </a:gra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350"/>
          </a:p>
        </p:txBody>
      </p:sp>
      <p:sp>
        <p:nvSpPr>
          <p:cNvPr id="31" name="任意多边形: 形状 30"/>
          <p:cNvSpPr/>
          <p:nvPr>
            <p:custDataLst>
              <p:tags r:id="rId13"/>
            </p:custDataLst>
          </p:nvPr>
        </p:nvSpPr>
        <p:spPr>
          <a:xfrm>
            <a:off x="5937567" y="0"/>
            <a:ext cx="3093720" cy="6858000"/>
          </a:xfrm>
          <a:custGeom>
            <a:avLst/>
            <a:gdLst>
              <a:gd name="connsiteX0" fmla="*/ 2249 w 6496"/>
              <a:gd name="connsiteY0" fmla="*/ 0 h 10800"/>
              <a:gd name="connsiteX1" fmla="*/ 6496 w 6496"/>
              <a:gd name="connsiteY1" fmla="*/ 5436 h 10800"/>
              <a:gd name="connsiteX2" fmla="*/ 6492 w 6496"/>
              <a:gd name="connsiteY2" fmla="*/ 5438 h 10800"/>
              <a:gd name="connsiteX3" fmla="*/ 6496 w 6496"/>
              <a:gd name="connsiteY3" fmla="*/ 5441 h 10800"/>
              <a:gd name="connsiteX4" fmla="*/ 2309 w 6496"/>
              <a:gd name="connsiteY4" fmla="*/ 10800 h 10800"/>
              <a:gd name="connsiteX5" fmla="*/ 26 w 6496"/>
              <a:gd name="connsiteY5" fmla="*/ 10800 h 10800"/>
              <a:gd name="connsiteX6" fmla="*/ 4230 w 6496"/>
              <a:gd name="connsiteY6" fmla="*/ 5420 h 10800"/>
              <a:gd name="connsiteX7" fmla="*/ 4226 w 6496"/>
              <a:gd name="connsiteY7" fmla="*/ 5417 h 10800"/>
              <a:gd name="connsiteX8" fmla="*/ 4230 w 6496"/>
              <a:gd name="connsiteY8" fmla="*/ 5414 h 10800"/>
              <a:gd name="connsiteX9" fmla="*/ 0 w 6496"/>
              <a:gd name="connsiteY9" fmla="*/ 0 h 1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96" h="10800">
                <a:moveTo>
                  <a:pt x="2249" y="0"/>
                </a:moveTo>
                <a:lnTo>
                  <a:pt x="6496" y="5436"/>
                </a:lnTo>
                <a:lnTo>
                  <a:pt x="6492" y="5438"/>
                </a:lnTo>
                <a:lnTo>
                  <a:pt x="6496" y="5441"/>
                </a:lnTo>
                <a:lnTo>
                  <a:pt x="2309" y="10800"/>
                </a:lnTo>
                <a:lnTo>
                  <a:pt x="26" y="10800"/>
                </a:lnTo>
                <a:lnTo>
                  <a:pt x="4230" y="5420"/>
                </a:lnTo>
                <a:lnTo>
                  <a:pt x="4226" y="5417"/>
                </a:lnTo>
                <a:lnTo>
                  <a:pt x="4230" y="5414"/>
                </a:lnTo>
                <a:lnTo>
                  <a:pt x="0" y="0"/>
                </a:lnTo>
              </a:path>
            </a:pathLst>
          </a:custGeom>
          <a:gradFill>
            <a:gsLst>
              <a:gs pos="0">
                <a:schemeClr val="accent1">
                  <a:alpha val="3000"/>
                </a:schemeClr>
              </a:gs>
              <a:gs pos="80000">
                <a:schemeClr val="accent1">
                  <a:alpha val="3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sz="1350"/>
          </a:p>
        </p:txBody>
      </p:sp>
      <p:sp>
        <p:nvSpPr>
          <p:cNvPr id="12" name="矩形 11"/>
          <p:cNvSpPr>
            <a:spLocks noChangeAspect="1"/>
          </p:cNvSpPr>
          <p:nvPr>
            <p:custDataLst>
              <p:tags r:id="rId14"/>
            </p:custDataLst>
          </p:nvPr>
        </p:nvSpPr>
        <p:spPr>
          <a:xfrm>
            <a:off x="221408" y="6205991"/>
            <a:ext cx="135000" cy="180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矩形 12"/>
          <p:cNvSpPr>
            <a:spLocks noChangeAspect="1"/>
          </p:cNvSpPr>
          <p:nvPr>
            <p:custDataLst>
              <p:tags r:id="rId15"/>
            </p:custDataLst>
          </p:nvPr>
        </p:nvSpPr>
        <p:spPr>
          <a:xfrm>
            <a:off x="221408" y="6444121"/>
            <a:ext cx="135000" cy="180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矩形 13"/>
          <p:cNvSpPr>
            <a:spLocks noChangeAspect="1"/>
          </p:cNvSpPr>
          <p:nvPr>
            <p:custDataLst>
              <p:tags r:id="rId16"/>
            </p:custDataLst>
          </p:nvPr>
        </p:nvSpPr>
        <p:spPr>
          <a:xfrm>
            <a:off x="407149" y="6205991"/>
            <a:ext cx="135000" cy="180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p:cNvSpPr>
            <a:spLocks noChangeAspect="1"/>
          </p:cNvSpPr>
          <p:nvPr>
            <p:custDataLst>
              <p:tags r:id="rId17"/>
            </p:custDataLst>
          </p:nvPr>
        </p:nvSpPr>
        <p:spPr>
          <a:xfrm>
            <a:off x="407149" y="6444121"/>
            <a:ext cx="135000" cy="180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矩形 15"/>
          <p:cNvSpPr>
            <a:spLocks noChangeAspect="1"/>
          </p:cNvSpPr>
          <p:nvPr>
            <p:custDataLst>
              <p:tags r:id="rId18"/>
            </p:custDataLst>
          </p:nvPr>
        </p:nvSpPr>
        <p:spPr>
          <a:xfrm>
            <a:off x="591860" y="6444121"/>
            <a:ext cx="135000" cy="180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矩形 16"/>
          <p:cNvSpPr>
            <a:spLocks noChangeAspect="1"/>
          </p:cNvSpPr>
          <p:nvPr>
            <p:custDataLst>
              <p:tags r:id="rId19"/>
            </p:custDataLst>
          </p:nvPr>
        </p:nvSpPr>
        <p:spPr>
          <a:xfrm>
            <a:off x="777200" y="6444121"/>
            <a:ext cx="135000" cy="180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占位符 1"/>
          <p:cNvSpPr>
            <a:spLocks noGrp="1"/>
          </p:cNvSpPr>
          <p:nvPr>
            <p:ph type="title"/>
            <p:custDataLst>
              <p:tags r:id="rId20"/>
            </p:custDataLst>
          </p:nvPr>
        </p:nvSpPr>
        <p:spPr>
          <a:xfrm>
            <a:off x="521970" y="360000"/>
            <a:ext cx="81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1"/>
            </p:custDataLst>
          </p:nvPr>
        </p:nvSpPr>
        <p:spPr>
          <a:xfrm>
            <a:off x="521970" y="1301749"/>
            <a:ext cx="81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22"/>
            </p:custDataLst>
          </p:nvPr>
        </p:nvSpPr>
        <p:spPr>
          <a:xfrm>
            <a:off x="521970" y="6356350"/>
            <a:ext cx="2057400" cy="365125"/>
          </a:xfrm>
          <a:prstGeom prst="rect">
            <a:avLst/>
          </a:prstGeom>
        </p:spPr>
        <p:txBody>
          <a:bodyPr vert="horz" wrap="square" lIns="91440" tIns="45720" rIns="91440" bIns="45720" rtlCol="0" anchor="ctr">
            <a:normAutofit/>
          </a:bodyPr>
          <a:lstStyle>
            <a:lvl1pPr algn="l">
              <a:defRPr sz="9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23"/>
            </p:custDataLst>
          </p:nvPr>
        </p:nvSpPr>
        <p:spPr>
          <a:xfrm>
            <a:off x="3028950" y="6356350"/>
            <a:ext cx="3086100" cy="365125"/>
          </a:xfrm>
          <a:prstGeom prst="rect">
            <a:avLst/>
          </a:prstGeom>
        </p:spPr>
        <p:txBody>
          <a:bodyPr vert="horz" lIns="91440" tIns="45720" rIns="91440" bIns="45720" rtlCol="0" anchor="ctr">
            <a:normAutofit/>
          </a:bodyPr>
          <a:lstStyle>
            <a:lvl1pPr algn="ctr">
              <a:defRPr sz="9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6565487" y="6356350"/>
            <a:ext cx="2057400" cy="365125"/>
          </a:xfrm>
          <a:prstGeom prst="rect">
            <a:avLst/>
          </a:prstGeom>
        </p:spPr>
        <p:txBody>
          <a:bodyPr vert="horz" wrap="square" lIns="91440" tIns="45720" rIns="91440" bIns="45720" rtlCol="0" anchor="ctr">
            <a:normAutofit/>
          </a:bodyPr>
          <a:lstStyle>
            <a:lvl1pPr algn="r">
              <a:defRPr sz="900">
                <a:solidFill>
                  <a:schemeClr val="tx1">
                    <a:tint val="75000"/>
                  </a:schemeClr>
                </a:solidFill>
              </a:defRPr>
            </a:lvl1pPr>
          </a:lstStyle>
          <a:p>
            <a:fld id="{BE5F26B5-172A-4DC2-B0B7-181CFC56B87C}" type="slidenum">
              <a:rPr lang="zh-CN" altLang="en-US" smtClean="0"/>
            </a:fld>
            <a:endParaRPr lang="zh-CN" altLang="en-US"/>
          </a:p>
        </p:txBody>
      </p:sp>
      <p:sp>
        <p:nvSpPr>
          <p:cNvPr id="7" name="KSO_TEMPLATE" hidden="1"/>
          <p:cNvSpPr/>
          <p:nvPr>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100000"/>
        </a:lnSpc>
        <a:spcBef>
          <a:spcPct val="0"/>
        </a:spcBef>
        <a:buNone/>
        <a:defRPr sz="2400" b="1" kern="1200">
          <a:solidFill>
            <a:schemeClr val="accent1"/>
          </a:solidFill>
          <a:latin typeface="+mj-lt"/>
          <a:ea typeface="+mj-ea"/>
          <a:cs typeface="+mj-cs"/>
        </a:defRPr>
      </a:lvl1pPr>
    </p:titleStyle>
    <p:bodyStyle>
      <a:lvl1pPr marL="171450" indent="-171450" algn="l" defTabSz="685800" rtl="0" eaLnBrk="1" latinLnBrk="0" hangingPunct="1">
        <a:lnSpc>
          <a:spcPct val="130000"/>
        </a:lnSpc>
        <a:spcBef>
          <a:spcPts val="750"/>
        </a:spcBef>
        <a:buFont typeface="Arial" panose="020B0604020202020204" pitchFamily="34" charset="0"/>
        <a:buChar char="•"/>
        <a:defRPr sz="1800" kern="1200">
          <a:solidFill>
            <a:schemeClr val="tx1"/>
          </a:solidFill>
          <a:latin typeface="+mn-lt"/>
          <a:ea typeface="+mn-ea"/>
          <a:cs typeface="+mn-cs"/>
        </a:defRPr>
      </a:lvl1pPr>
      <a:lvl2pPr marL="403860" indent="-154940" algn="l" defTabSz="685800" rtl="0" eaLnBrk="1" latinLnBrk="0" hangingPunct="1">
        <a:lnSpc>
          <a:spcPct val="130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2pPr>
      <a:lvl3pPr marL="599440" indent="-121285" algn="l" defTabSz="685800" rtl="0" eaLnBrk="1" latinLnBrk="0" hangingPunct="1">
        <a:lnSpc>
          <a:spcPct val="130000"/>
        </a:lnSpc>
        <a:spcBef>
          <a:spcPts val="0"/>
        </a:spcBef>
        <a:buFont typeface="Arial" panose="020B0604020202020204" pitchFamily="34" charset="0"/>
        <a:buChar char="•"/>
        <a:defRPr sz="1350" kern="1200">
          <a:solidFill>
            <a:schemeClr val="tx1">
              <a:lumMod val="65000"/>
              <a:lumOff val="35000"/>
            </a:schemeClr>
          </a:solidFill>
          <a:latin typeface="+mn-lt"/>
          <a:ea typeface="+mn-ea"/>
          <a:cs typeface="+mn-cs"/>
        </a:defRPr>
      </a:lvl3pPr>
      <a:lvl4pPr marL="772795" indent="-111760" algn="l" defTabSz="6858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lt"/>
          <a:ea typeface="+mn-ea"/>
          <a:cs typeface="+mn-cs"/>
        </a:defRPr>
      </a:lvl4pPr>
      <a:lvl5pPr marL="926465" indent="-95250" algn="l" defTabSz="685800" rtl="0" eaLnBrk="1" latinLnBrk="0" hangingPunct="1">
        <a:lnSpc>
          <a:spcPct val="130000"/>
        </a:lnSpc>
        <a:spcBef>
          <a:spcPts val="0"/>
        </a:spcBef>
        <a:buFont typeface="Arial" panose="020B0604020202020204" pitchFamily="34" charset="0"/>
        <a:buChar char="•"/>
        <a:defRPr sz="1050" kern="1200">
          <a:solidFill>
            <a:schemeClr val="tx1">
              <a:lumMod val="65000"/>
              <a:lumOff val="35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Ellipse 5 (Stroke)_#color-2050&amp;12748"/>
          <p:cNvSpPr/>
          <p:nvPr userDrawn="1">
            <p:custDataLst>
              <p:tags r:id="rId12"/>
            </p:custDataLst>
          </p:nvPr>
        </p:nvSpPr>
        <p:spPr>
          <a:xfrm>
            <a:off x="0" y="857250"/>
            <a:ext cx="1309878" cy="1241298"/>
          </a:xfrm>
          <a:custGeom>
            <a:avLst/>
            <a:gdLst/>
            <a:ahLst/>
            <a:cxnLst/>
            <a:rect l="l" t="t" r="r" b="b"/>
            <a:pathLst>
              <a:path w="1746504" h="1655064">
                <a:moveTo>
                  <a:pt x="0" y="1133856"/>
                </a:moveTo>
                <a:cubicBezTo>
                  <a:pt x="384048" y="1051560"/>
                  <a:pt x="731520" y="841248"/>
                  <a:pt x="978408" y="502920"/>
                </a:cubicBezTo>
                <a:cubicBezTo>
                  <a:pt x="1088136" y="347472"/>
                  <a:pt x="1170432" y="173736"/>
                  <a:pt x="1216152" y="0"/>
                </a:cubicBezTo>
                <a:lnTo>
                  <a:pt x="1746504" y="0"/>
                </a:lnTo>
                <a:cubicBezTo>
                  <a:pt x="1682496" y="274320"/>
                  <a:pt x="1563624" y="548640"/>
                  <a:pt x="1389888" y="795528"/>
                </a:cubicBezTo>
                <a:cubicBezTo>
                  <a:pt x="1042416" y="1271016"/>
                  <a:pt x="539496" y="1563624"/>
                  <a:pt x="0" y="1655064"/>
                </a:cubicBezTo>
                <a:lnTo>
                  <a:pt x="0" y="1133856"/>
                </a:lnTo>
              </a:path>
            </a:pathLst>
          </a:custGeom>
          <a:solidFill>
            <a:schemeClr val="accent1">
              <a:alpha val="10000"/>
            </a:schemeClr>
          </a:solidFill>
        </p:spPr>
        <p:txBody>
          <a:bodyPr/>
          <a:lstStyle/>
          <a:p>
            <a:endParaRPr lang="zh-CN" altLang="en-US" sz="1350"/>
          </a:p>
        </p:txBody>
      </p:sp>
      <p:sp>
        <p:nvSpPr>
          <p:cNvPr id="8" name="Ellipse 3 (Stroke)_#color-2050&amp;12745"/>
          <p:cNvSpPr/>
          <p:nvPr userDrawn="1">
            <p:custDataLst>
              <p:tags r:id="rId13"/>
            </p:custDataLst>
          </p:nvPr>
        </p:nvSpPr>
        <p:spPr>
          <a:xfrm>
            <a:off x="8453438" y="5186839"/>
            <a:ext cx="688658" cy="813435"/>
          </a:xfrm>
          <a:custGeom>
            <a:avLst/>
            <a:gdLst/>
            <a:ahLst/>
            <a:cxnLst/>
            <a:rect l="l" t="t" r="r" b="b"/>
            <a:pathLst>
              <a:path w="3236976" h="3822192">
                <a:moveTo>
                  <a:pt x="3236976" y="0"/>
                </a:moveTo>
                <a:cubicBezTo>
                  <a:pt x="1399032" y="301752"/>
                  <a:pt x="0" y="1901952"/>
                  <a:pt x="0" y="3822192"/>
                </a:cubicBezTo>
                <a:lnTo>
                  <a:pt x="512064" y="3822192"/>
                </a:lnTo>
                <a:cubicBezTo>
                  <a:pt x="512064" y="2176272"/>
                  <a:pt x="1682496" y="813816"/>
                  <a:pt x="3236976" y="512064"/>
                </a:cubicBezTo>
                <a:lnTo>
                  <a:pt x="3236976" y="0"/>
                </a:lnTo>
              </a:path>
            </a:pathLst>
          </a:custGeom>
          <a:solidFill>
            <a:schemeClr val="accent1">
              <a:alpha val="10000"/>
            </a:schemeClr>
          </a:solidFill>
        </p:spPr>
      </p:sp>
      <p:sp>
        <p:nvSpPr>
          <p:cNvPr id="10" name="Ellipse 4 (Stroke)_#color_$accent2_$accent2-2050&amp;12751"/>
          <p:cNvSpPr/>
          <p:nvPr userDrawn="1">
            <p:custDataLst>
              <p:tags r:id="rId14"/>
            </p:custDataLst>
          </p:nvPr>
        </p:nvSpPr>
        <p:spPr>
          <a:xfrm>
            <a:off x="8572024" y="5186839"/>
            <a:ext cx="570071" cy="455295"/>
          </a:xfrm>
          <a:custGeom>
            <a:avLst/>
            <a:gdLst/>
            <a:ahLst/>
            <a:cxnLst/>
            <a:rect l="l" t="t" r="r" b="b"/>
            <a:pathLst>
              <a:path w="2679192" h="2139696">
                <a:moveTo>
                  <a:pt x="2679192" y="0"/>
                </a:moveTo>
                <a:lnTo>
                  <a:pt x="2679192" y="512064"/>
                </a:lnTo>
                <a:cubicBezTo>
                  <a:pt x="1746504" y="694944"/>
                  <a:pt x="960120" y="1252728"/>
                  <a:pt x="466344" y="2020824"/>
                </a:cubicBezTo>
                <a:cubicBezTo>
                  <a:pt x="393192" y="2139696"/>
                  <a:pt x="237744" y="2176272"/>
                  <a:pt x="118872" y="2103120"/>
                </a:cubicBezTo>
                <a:cubicBezTo>
                  <a:pt x="0" y="2020824"/>
                  <a:pt x="-36576" y="1865376"/>
                  <a:pt x="36576" y="1746504"/>
                </a:cubicBezTo>
                <a:cubicBezTo>
                  <a:pt x="621792" y="832104"/>
                  <a:pt x="1572768" y="182880"/>
                  <a:pt x="2679192" y="0"/>
                </a:cubicBezTo>
              </a:path>
            </a:pathLst>
          </a:custGeom>
          <a:gradFill>
            <a:gsLst>
              <a:gs pos="0">
                <a:schemeClr val="accent2">
                  <a:alpha val="10000"/>
                </a:schemeClr>
              </a:gs>
              <a:gs pos="70313">
                <a:schemeClr val="accent2">
                  <a:alpha val="0"/>
                </a:schemeClr>
              </a:gs>
            </a:gsLst>
            <a:lin ang="74674" scaled="0"/>
          </a:gradFill>
          <a:ln w="25400">
            <a:noFill/>
          </a:ln>
          <a:effectLst/>
          <a:extLst>
            <a:ext uri="{91240B29-F687-4F45-9708-019B960494DF}">
              <a14:hiddenLine xmlns:a14="http://schemas.microsoft.com/office/drawing/2010/main" w="25400">
                <a:solidFill>
                  <a:srgbClr val="000000"/>
                </a:solidFill>
              </a14:hiddenLine>
            </a:ext>
            <a:ext uri="{AF507438-7753-43E0-B8FC-AC1667EBCBE1}">
              <a14:hiddenEffects xmlns:a14="http://schemas.microsoft.com/office/drawing/2010/main">
                <a:effectLst>
                  <a:outerShdw blurRad="254000" dist="127000" dir="5400000" algn="ctr" rotWithShape="0">
                    <a:srgbClr val="000000">
                      <a:alpha val="40000"/>
                    </a:srgbClr>
                  </a:outerShdw>
                </a:effectLst>
              </a14:hiddenEffects>
            </a:ext>
          </a:extLst>
        </p:spPr>
        <p:style>
          <a:lnRef idx="2">
            <a:schemeClr val="accent1">
              <a:lumMod val="75000"/>
            </a:schemeClr>
          </a:lnRef>
          <a:fillRef idx="1">
            <a:schemeClr val="accent1"/>
          </a:fillRef>
          <a:effectRef idx="0">
            <a:srgbClr val="FFFFFF"/>
          </a:effectRef>
          <a:fontRef idx="minor">
            <a:schemeClr val="lt1"/>
          </a:fontRef>
        </p:style>
      </p:sp>
      <p:sp>
        <p:nvSpPr>
          <p:cNvPr id="2" name="标题占位符 1"/>
          <p:cNvSpPr>
            <a:spLocks noGrp="1"/>
          </p:cNvSpPr>
          <p:nvPr>
            <p:ph type="title"/>
            <p:custDataLst>
              <p:tags r:id="rId15"/>
            </p:custDataLst>
          </p:nvPr>
        </p:nvSpPr>
        <p:spPr>
          <a:xfrm>
            <a:off x="521970" y="1127250"/>
            <a:ext cx="8100000" cy="54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6"/>
            </p:custDataLst>
          </p:nvPr>
        </p:nvSpPr>
        <p:spPr>
          <a:xfrm>
            <a:off x="521970" y="1833562"/>
            <a:ext cx="8100000" cy="3655219"/>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17"/>
            </p:custDataLst>
          </p:nvPr>
        </p:nvSpPr>
        <p:spPr>
          <a:xfrm>
            <a:off x="521970" y="5624513"/>
            <a:ext cx="2057400" cy="273844"/>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8"/>
            </p:custDataLst>
          </p:nvPr>
        </p:nvSpPr>
        <p:spPr>
          <a:xfrm>
            <a:off x="3028950" y="5624513"/>
            <a:ext cx="3086100" cy="273844"/>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9"/>
            </p:custDataLst>
          </p:nvPr>
        </p:nvSpPr>
        <p:spPr>
          <a:xfrm>
            <a:off x="6565487" y="5624513"/>
            <a:ext cx="2057400" cy="273844"/>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11" name="KSO_TEMPLATE" hidden="1"/>
          <p:cNvSpPr/>
          <p:nvPr userDrawn="1">
            <p:custDataLst>
              <p:tags r:id="rId20"/>
            </p:custDataLst>
          </p:nvPr>
        </p:nvSpPr>
        <p:spPr>
          <a:xfrm>
            <a:off x="0" y="857250"/>
            <a:ext cx="0" cy="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sz="135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100000"/>
        </a:lnSpc>
        <a:spcBef>
          <a:spcPct val="0"/>
        </a:spcBef>
        <a:buNone/>
        <a:defRPr sz="3200" b="1" kern="1200">
          <a:solidFill>
            <a:schemeClr val="accent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任意多边形: 形状 27"/>
          <p:cNvSpPr/>
          <p:nvPr userDrawn="1">
            <p:custDataLst>
              <p:tags r:id="rId12"/>
            </p:custDataLst>
          </p:nvPr>
        </p:nvSpPr>
        <p:spPr>
          <a:xfrm>
            <a:off x="5188415" y="857252"/>
            <a:ext cx="2014538" cy="5143500"/>
          </a:xfrm>
          <a:custGeom>
            <a:avLst/>
            <a:gdLst>
              <a:gd name="connsiteX0" fmla="*/ 23 w 4230"/>
              <a:gd name="connsiteY0" fmla="*/ 10800 h 10800"/>
              <a:gd name="connsiteX1" fmla="*/ 4230 w 4230"/>
              <a:gd name="connsiteY1" fmla="*/ 5414 h 10800"/>
              <a:gd name="connsiteX2" fmla="*/ 0 w 4230"/>
              <a:gd name="connsiteY2" fmla="*/ 0 h 10800"/>
            </a:gdLst>
            <a:ahLst/>
            <a:cxnLst>
              <a:cxn ang="0">
                <a:pos x="connsiteX0" y="connsiteY0"/>
              </a:cxn>
              <a:cxn ang="0">
                <a:pos x="connsiteX1" y="connsiteY1"/>
              </a:cxn>
              <a:cxn ang="0">
                <a:pos x="connsiteX2" y="connsiteY2"/>
              </a:cxn>
            </a:cxnLst>
            <a:rect l="l" t="t" r="r" b="b"/>
            <a:pathLst>
              <a:path w="4230" h="10800">
                <a:moveTo>
                  <a:pt x="23" y="10800"/>
                </a:moveTo>
                <a:lnTo>
                  <a:pt x="4230" y="5414"/>
                </a:lnTo>
                <a:lnTo>
                  <a:pt x="0" y="0"/>
                </a:lnTo>
              </a:path>
            </a:pathLst>
          </a:custGeom>
          <a:noFill/>
          <a:ln>
            <a:gradFill>
              <a:gsLst>
                <a:gs pos="0">
                  <a:schemeClr val="accent1">
                    <a:alpha val="3000"/>
                  </a:schemeClr>
                </a:gs>
                <a:gs pos="100000">
                  <a:schemeClr val="accent1">
                    <a:alpha val="8000"/>
                  </a:schemeClr>
                </a:gs>
              </a:gsLst>
              <a:lin ang="5160000" scaled="1"/>
            </a:gra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350"/>
          </a:p>
        </p:txBody>
      </p:sp>
      <p:sp>
        <p:nvSpPr>
          <p:cNvPr id="31" name="任意多边形: 形状 30"/>
          <p:cNvSpPr/>
          <p:nvPr userDrawn="1">
            <p:custDataLst>
              <p:tags r:id="rId13"/>
            </p:custDataLst>
          </p:nvPr>
        </p:nvSpPr>
        <p:spPr>
          <a:xfrm>
            <a:off x="5937567" y="857250"/>
            <a:ext cx="3093720" cy="5143500"/>
          </a:xfrm>
          <a:custGeom>
            <a:avLst/>
            <a:gdLst>
              <a:gd name="connsiteX0" fmla="*/ 2249 w 6496"/>
              <a:gd name="connsiteY0" fmla="*/ 0 h 10800"/>
              <a:gd name="connsiteX1" fmla="*/ 6496 w 6496"/>
              <a:gd name="connsiteY1" fmla="*/ 5436 h 10800"/>
              <a:gd name="connsiteX2" fmla="*/ 6492 w 6496"/>
              <a:gd name="connsiteY2" fmla="*/ 5438 h 10800"/>
              <a:gd name="connsiteX3" fmla="*/ 6496 w 6496"/>
              <a:gd name="connsiteY3" fmla="*/ 5441 h 10800"/>
              <a:gd name="connsiteX4" fmla="*/ 2309 w 6496"/>
              <a:gd name="connsiteY4" fmla="*/ 10800 h 10800"/>
              <a:gd name="connsiteX5" fmla="*/ 26 w 6496"/>
              <a:gd name="connsiteY5" fmla="*/ 10800 h 10800"/>
              <a:gd name="connsiteX6" fmla="*/ 4230 w 6496"/>
              <a:gd name="connsiteY6" fmla="*/ 5420 h 10800"/>
              <a:gd name="connsiteX7" fmla="*/ 4226 w 6496"/>
              <a:gd name="connsiteY7" fmla="*/ 5417 h 10800"/>
              <a:gd name="connsiteX8" fmla="*/ 4230 w 6496"/>
              <a:gd name="connsiteY8" fmla="*/ 5414 h 10800"/>
              <a:gd name="connsiteX9" fmla="*/ 0 w 6496"/>
              <a:gd name="connsiteY9" fmla="*/ 0 h 1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96" h="10800">
                <a:moveTo>
                  <a:pt x="2249" y="0"/>
                </a:moveTo>
                <a:lnTo>
                  <a:pt x="6496" y="5436"/>
                </a:lnTo>
                <a:lnTo>
                  <a:pt x="6492" y="5438"/>
                </a:lnTo>
                <a:lnTo>
                  <a:pt x="6496" y="5441"/>
                </a:lnTo>
                <a:lnTo>
                  <a:pt x="2309" y="10800"/>
                </a:lnTo>
                <a:lnTo>
                  <a:pt x="26" y="10800"/>
                </a:lnTo>
                <a:lnTo>
                  <a:pt x="4230" y="5420"/>
                </a:lnTo>
                <a:lnTo>
                  <a:pt x="4226" y="5417"/>
                </a:lnTo>
                <a:lnTo>
                  <a:pt x="4230" y="5414"/>
                </a:lnTo>
                <a:lnTo>
                  <a:pt x="0" y="0"/>
                </a:lnTo>
              </a:path>
            </a:pathLst>
          </a:custGeom>
          <a:gradFill>
            <a:gsLst>
              <a:gs pos="0">
                <a:schemeClr val="accent1">
                  <a:alpha val="3000"/>
                </a:schemeClr>
              </a:gs>
              <a:gs pos="80000">
                <a:schemeClr val="accent1">
                  <a:alpha val="3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sz="1350"/>
          </a:p>
        </p:txBody>
      </p:sp>
      <p:sp>
        <p:nvSpPr>
          <p:cNvPr id="12" name="矩形 11"/>
          <p:cNvSpPr>
            <a:spLocks noChangeAspect="1"/>
          </p:cNvSpPr>
          <p:nvPr userDrawn="1">
            <p:custDataLst>
              <p:tags r:id="rId14"/>
            </p:custDataLst>
          </p:nvPr>
        </p:nvSpPr>
        <p:spPr>
          <a:xfrm>
            <a:off x="221408" y="5511743"/>
            <a:ext cx="135000" cy="135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矩形 12"/>
          <p:cNvSpPr>
            <a:spLocks noChangeAspect="1"/>
          </p:cNvSpPr>
          <p:nvPr userDrawn="1">
            <p:custDataLst>
              <p:tags r:id="rId15"/>
            </p:custDataLst>
          </p:nvPr>
        </p:nvSpPr>
        <p:spPr>
          <a:xfrm>
            <a:off x="221408" y="5690341"/>
            <a:ext cx="135000" cy="135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矩形 13"/>
          <p:cNvSpPr>
            <a:spLocks noChangeAspect="1"/>
          </p:cNvSpPr>
          <p:nvPr userDrawn="1">
            <p:custDataLst>
              <p:tags r:id="rId16"/>
            </p:custDataLst>
          </p:nvPr>
        </p:nvSpPr>
        <p:spPr>
          <a:xfrm>
            <a:off x="407149" y="5511743"/>
            <a:ext cx="135000" cy="135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p:cNvSpPr>
            <a:spLocks noChangeAspect="1"/>
          </p:cNvSpPr>
          <p:nvPr userDrawn="1">
            <p:custDataLst>
              <p:tags r:id="rId17"/>
            </p:custDataLst>
          </p:nvPr>
        </p:nvSpPr>
        <p:spPr>
          <a:xfrm>
            <a:off x="407149" y="5690341"/>
            <a:ext cx="135000" cy="135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矩形 15"/>
          <p:cNvSpPr>
            <a:spLocks noChangeAspect="1"/>
          </p:cNvSpPr>
          <p:nvPr userDrawn="1">
            <p:custDataLst>
              <p:tags r:id="rId18"/>
            </p:custDataLst>
          </p:nvPr>
        </p:nvSpPr>
        <p:spPr>
          <a:xfrm>
            <a:off x="591860" y="5690341"/>
            <a:ext cx="135000" cy="13500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矩形 16"/>
          <p:cNvSpPr>
            <a:spLocks noChangeAspect="1"/>
          </p:cNvSpPr>
          <p:nvPr userDrawn="1">
            <p:custDataLst>
              <p:tags r:id="rId19"/>
            </p:custDataLst>
          </p:nvPr>
        </p:nvSpPr>
        <p:spPr>
          <a:xfrm>
            <a:off x="777200" y="5690341"/>
            <a:ext cx="135000" cy="135000"/>
          </a:xfrm>
          <a:prstGeom prst="rect">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占位符 1"/>
          <p:cNvSpPr>
            <a:spLocks noGrp="1"/>
          </p:cNvSpPr>
          <p:nvPr>
            <p:ph type="title"/>
            <p:custDataLst>
              <p:tags r:id="rId20"/>
            </p:custDataLst>
          </p:nvPr>
        </p:nvSpPr>
        <p:spPr>
          <a:xfrm>
            <a:off x="521970" y="1127250"/>
            <a:ext cx="8100000" cy="54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1"/>
            </p:custDataLst>
          </p:nvPr>
        </p:nvSpPr>
        <p:spPr>
          <a:xfrm>
            <a:off x="521970" y="1833562"/>
            <a:ext cx="8100000" cy="3655219"/>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22"/>
            </p:custDataLst>
          </p:nvPr>
        </p:nvSpPr>
        <p:spPr>
          <a:xfrm>
            <a:off x="521970" y="5624513"/>
            <a:ext cx="2057400" cy="273844"/>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23"/>
            </p:custDataLst>
          </p:nvPr>
        </p:nvSpPr>
        <p:spPr>
          <a:xfrm>
            <a:off x="3028950" y="5624513"/>
            <a:ext cx="3086100" cy="273844"/>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6565487" y="5624513"/>
            <a:ext cx="2057400" cy="273844"/>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7" name="KSO_TEMPLATE" hidden="1"/>
          <p:cNvSpPr/>
          <p:nvPr userDrawn="1">
            <p:custDataLst>
              <p:tags r:id="rId25"/>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100000"/>
        </a:lnSpc>
        <a:spcBef>
          <a:spcPct val="0"/>
        </a:spcBef>
        <a:buNone/>
        <a:defRPr sz="3200" b="1" kern="1200">
          <a:solidFill>
            <a:schemeClr val="accent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90.xml"/><Relationship Id="rId1" Type="http://schemas.openxmlformats.org/officeDocument/2006/relationships/tags" Target="../tags/tag289.xml"/></Relationships>
</file>

<file path=ppt/slides/_rels/slide2.xml.rels><?xml version="1.0" encoding="UTF-8" standalone="yes"?>
<Relationships xmlns="http://schemas.openxmlformats.org/package/2006/relationships"><Relationship Id="rId9" Type="http://schemas.openxmlformats.org/officeDocument/2006/relationships/tags" Target="../tags/tag299.xml"/><Relationship Id="rId8" Type="http://schemas.openxmlformats.org/officeDocument/2006/relationships/tags" Target="../tags/tag298.xml"/><Relationship Id="rId7" Type="http://schemas.openxmlformats.org/officeDocument/2006/relationships/tags" Target="../tags/tag297.xml"/><Relationship Id="rId6" Type="http://schemas.openxmlformats.org/officeDocument/2006/relationships/tags" Target="../tags/tag296.xml"/><Relationship Id="rId5" Type="http://schemas.openxmlformats.org/officeDocument/2006/relationships/tags" Target="../tags/tag295.xml"/><Relationship Id="rId4" Type="http://schemas.openxmlformats.org/officeDocument/2006/relationships/tags" Target="../tags/tag294.xml"/><Relationship Id="rId3" Type="http://schemas.openxmlformats.org/officeDocument/2006/relationships/tags" Target="../tags/tag293.xml"/><Relationship Id="rId21" Type="http://schemas.openxmlformats.org/officeDocument/2006/relationships/slideLayout" Target="../slideLayouts/slideLayout25.xml"/><Relationship Id="rId20" Type="http://schemas.openxmlformats.org/officeDocument/2006/relationships/tags" Target="../tags/tag310.xml"/><Relationship Id="rId2" Type="http://schemas.openxmlformats.org/officeDocument/2006/relationships/tags" Target="../tags/tag292.xml"/><Relationship Id="rId19" Type="http://schemas.openxmlformats.org/officeDocument/2006/relationships/tags" Target="../tags/tag309.xml"/><Relationship Id="rId18" Type="http://schemas.openxmlformats.org/officeDocument/2006/relationships/tags" Target="../tags/tag308.xml"/><Relationship Id="rId17" Type="http://schemas.openxmlformats.org/officeDocument/2006/relationships/tags" Target="../tags/tag307.xml"/><Relationship Id="rId16" Type="http://schemas.openxmlformats.org/officeDocument/2006/relationships/tags" Target="../tags/tag306.xml"/><Relationship Id="rId15" Type="http://schemas.openxmlformats.org/officeDocument/2006/relationships/tags" Target="../tags/tag305.xml"/><Relationship Id="rId14" Type="http://schemas.openxmlformats.org/officeDocument/2006/relationships/tags" Target="../tags/tag304.xml"/><Relationship Id="rId13" Type="http://schemas.openxmlformats.org/officeDocument/2006/relationships/tags" Target="../tags/tag303.xml"/><Relationship Id="rId12" Type="http://schemas.openxmlformats.org/officeDocument/2006/relationships/tags" Target="../tags/tag302.xml"/><Relationship Id="rId11" Type="http://schemas.openxmlformats.org/officeDocument/2006/relationships/tags" Target="../tags/tag301.xml"/><Relationship Id="rId10" Type="http://schemas.openxmlformats.org/officeDocument/2006/relationships/tags" Target="../tags/tag300.xml"/><Relationship Id="rId1" Type="http://schemas.openxmlformats.org/officeDocument/2006/relationships/tags" Target="../tags/tag291.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313.xml"/><Relationship Id="rId2" Type="http://schemas.openxmlformats.org/officeDocument/2006/relationships/tags" Target="../tags/tag312.xml"/><Relationship Id="rId1" Type="http://schemas.openxmlformats.org/officeDocument/2006/relationships/tags" Target="../tags/tag311.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316.xml"/><Relationship Id="rId2" Type="http://schemas.openxmlformats.org/officeDocument/2006/relationships/tags" Target="../tags/tag315.xml"/><Relationship Id="rId1" Type="http://schemas.openxmlformats.org/officeDocument/2006/relationships/tags" Target="../tags/tag314.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320.xml"/><Relationship Id="rId3" Type="http://schemas.openxmlformats.org/officeDocument/2006/relationships/tags" Target="../tags/tag319.xml"/><Relationship Id="rId2" Type="http://schemas.openxmlformats.org/officeDocument/2006/relationships/tags" Target="../tags/tag318.xml"/><Relationship Id="rId1" Type="http://schemas.openxmlformats.org/officeDocument/2006/relationships/tags" Target="../tags/tag317.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323.xml"/><Relationship Id="rId3" Type="http://schemas.openxmlformats.org/officeDocument/2006/relationships/image" Target="../media/image1.png"/><Relationship Id="rId2" Type="http://schemas.openxmlformats.org/officeDocument/2006/relationships/tags" Target="../tags/tag322.xml"/><Relationship Id="rId1" Type="http://schemas.openxmlformats.org/officeDocument/2006/relationships/tags" Target="../tags/tag321.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326.xml"/><Relationship Id="rId3" Type="http://schemas.openxmlformats.org/officeDocument/2006/relationships/image" Target="../media/image2.png"/><Relationship Id="rId2" Type="http://schemas.openxmlformats.org/officeDocument/2006/relationships/tags" Target="../tags/tag325.xml"/><Relationship Id="rId1" Type="http://schemas.openxmlformats.org/officeDocument/2006/relationships/tags" Target="../tags/tag324.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329.xml"/><Relationship Id="rId2" Type="http://schemas.openxmlformats.org/officeDocument/2006/relationships/tags" Target="../tags/tag328.xml"/><Relationship Id="rId1" Type="http://schemas.openxmlformats.org/officeDocument/2006/relationships/tags" Target="../tags/tag327.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332.xml"/><Relationship Id="rId3" Type="http://schemas.openxmlformats.org/officeDocument/2006/relationships/image" Target="../media/image3.png"/><Relationship Id="rId2" Type="http://schemas.openxmlformats.org/officeDocument/2006/relationships/tags" Target="../tags/tag331.xml"/><Relationship Id="rId1" Type="http://schemas.openxmlformats.org/officeDocument/2006/relationships/tags" Target="../tags/tag330.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335.xml"/><Relationship Id="rId3" Type="http://schemas.openxmlformats.org/officeDocument/2006/relationships/image" Target="../media/image4.png"/><Relationship Id="rId2" Type="http://schemas.openxmlformats.org/officeDocument/2006/relationships/tags" Target="../tags/tag334.xml"/><Relationship Id="rId1" Type="http://schemas.openxmlformats.org/officeDocument/2006/relationships/tags" Target="../tags/tag333.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338.xml"/><Relationship Id="rId2" Type="http://schemas.openxmlformats.org/officeDocument/2006/relationships/tags" Target="../tags/tag337.xml"/><Relationship Id="rId1" Type="http://schemas.openxmlformats.org/officeDocument/2006/relationships/tags" Target="../tags/tag336.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341.xml"/><Relationship Id="rId2" Type="http://schemas.openxmlformats.org/officeDocument/2006/relationships/tags" Target="../tags/tag340.xml"/><Relationship Id="rId1" Type="http://schemas.openxmlformats.org/officeDocument/2006/relationships/tags" Target="../tags/tag339.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344.xml"/><Relationship Id="rId2" Type="http://schemas.openxmlformats.org/officeDocument/2006/relationships/tags" Target="../tags/tag343.xml"/><Relationship Id="rId1" Type="http://schemas.openxmlformats.org/officeDocument/2006/relationships/tags" Target="../tags/tag34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346.xml"/><Relationship Id="rId1" Type="http://schemas.openxmlformats.org/officeDocument/2006/relationships/tags" Target="../tags/tag345.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44.xml"/><Relationship Id="rId4" Type="http://schemas.openxmlformats.org/officeDocument/2006/relationships/tags" Target="../tags/tag350.xml"/><Relationship Id="rId3" Type="http://schemas.openxmlformats.org/officeDocument/2006/relationships/tags" Target="../tags/tag349.xml"/><Relationship Id="rId2" Type="http://schemas.openxmlformats.org/officeDocument/2006/relationships/tags" Target="../tags/tag348.xml"/><Relationship Id="rId1" Type="http://schemas.openxmlformats.org/officeDocument/2006/relationships/tags" Target="../tags/tag3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署名"/>
          <p:cNvSpPr>
            <a:spLocks noGrp="1"/>
          </p:cNvSpPr>
          <p:nvPr>
            <p:ph type="body" sz="quarter" idx="17"/>
            <p:custDataLst>
              <p:tags r:id="rId1"/>
            </p:custDataLst>
          </p:nvPr>
        </p:nvSpPr>
        <p:spPr/>
        <p:txBody>
          <a:bodyPr/>
          <a:lstStyle/>
          <a:p>
            <a:r>
              <a:rPr lang="zh-CN" altLang="en-US"/>
              <a:t>汇报人：吴颖</a:t>
            </a:r>
            <a:r>
              <a:rPr lang="zh-CN" altLang="en-US"/>
              <a:t>哲</a:t>
            </a:r>
            <a:endParaRPr lang="zh-CN" altLang="en-US"/>
          </a:p>
        </p:txBody>
      </p:sp>
      <p:sp>
        <p:nvSpPr>
          <p:cNvPr id="8" name="标题 6"/>
          <p:cNvSpPr>
            <a:spLocks noGrp="1"/>
          </p:cNvSpPr>
          <p:nvPr/>
        </p:nvSpPr>
        <p:spPr>
          <a:xfrm>
            <a:off x="-123825" y="2199640"/>
            <a:ext cx="7772400" cy="1470025"/>
          </a:xfrm>
          <a:prstGeom prst="rect">
            <a:avLst/>
          </a:prstGeom>
        </p:spPr>
        <p:txBody>
          <a:bodyPr vert="horz" lIns="91440" tIns="45720" rIns="91440" bIns="45720" rtlCol="0" anchor="ctr">
            <a:normAutofit/>
          </a:bodyPr>
          <a:lstStyle>
            <a:lvl1pPr marL="0" marR="0" algn="ctr" defTabSz="457200" rtl="0" eaLnBrk="1" fontAlgn="auto" latinLnBrk="0" hangingPunct="1">
              <a:lnSpc>
                <a:spcPct val="100000"/>
              </a:lnSpc>
              <a:spcBef>
                <a:spcPct val="0"/>
              </a:spcBef>
              <a:buClrTx/>
              <a:buSzTx/>
              <a:buFontTx/>
              <a:buNone/>
              <a:defRPr kumimoji="0" lang="zh-CN" sz="3200" b="0" i="0" u="none" strike="noStrike" kern="1200" cap="none" spc="0" normalizeH="0" baseline="0" noProof="1">
                <a:solidFill>
                  <a:schemeClr val="tx1"/>
                </a:solidFill>
                <a:latin typeface="+mj-lt"/>
                <a:ea typeface="+mj-ea"/>
                <a:cs typeface="+mj-cs"/>
              </a:defRPr>
            </a:lvl1pPr>
          </a:lstStyle>
          <a:p>
            <a:pPr algn="ctr">
              <a:buNone/>
            </a:pPr>
            <a:r>
              <a:rPr altLang="en-US">
                <a:solidFill>
                  <a:schemeClr val="tx1"/>
                </a:solidFill>
                <a:ea typeface="+mn-ea"/>
              </a:rPr>
              <a:t>无畏契约智能助手项目</a:t>
            </a:r>
            <a:r>
              <a:rPr lang="en-US" altLang="zh-CN">
                <a:solidFill>
                  <a:schemeClr val="tx1"/>
                </a:solidFill>
                <a:ea typeface="+mn-ea"/>
              </a:rPr>
              <a:t>Alpha</a:t>
            </a:r>
            <a:r>
              <a:rPr altLang="en-US">
                <a:solidFill>
                  <a:schemeClr val="tx1"/>
                </a:solidFill>
                <a:ea typeface="+mn-ea"/>
              </a:rPr>
              <a:t>冲刺</a:t>
            </a:r>
            <a:r>
              <a:rPr lang="en-US" altLang="zh-CN">
                <a:solidFill>
                  <a:schemeClr val="tx1"/>
                </a:solidFill>
                <a:ea typeface="+mn-ea"/>
              </a:rPr>
              <a:t>——</a:t>
            </a:r>
            <a:endParaRPr lang="en-US" altLang="zh-CN">
              <a:solidFill>
                <a:schemeClr val="tx1"/>
              </a:solidFill>
              <a:ea typeface="+mn-ea"/>
            </a:endParaRPr>
          </a:p>
          <a:p>
            <a:pPr algn="ctr">
              <a:buNone/>
            </a:pPr>
            <a:r>
              <a:rPr altLang="en-US">
                <a:solidFill>
                  <a:schemeClr val="tx1"/>
                </a:solidFill>
                <a:ea typeface="+mn-ea"/>
              </a:rPr>
              <a:t>项目成员分工与实施计划汇报</a:t>
            </a:r>
            <a:endParaRPr altLang="en-US">
              <a:solidFill>
                <a:schemeClr val="tx1"/>
              </a:solidFill>
              <a:ea typeface="+mn-ea"/>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p:txBody>
          <a:bodyPr/>
          <a:lstStyle/>
          <a:p>
            <a:r>
              <a:rPr lang="zh-CN" altLang="en-US"/>
              <a:t>目录</a:t>
            </a:r>
            <a:endParaRPr lang="zh-CN" altLang="en-US"/>
          </a:p>
        </p:txBody>
      </p:sp>
      <p:sp>
        <p:nvSpPr>
          <p:cNvPr id="7" name="项标题"/>
          <p:cNvSpPr txBox="1"/>
          <p:nvPr>
            <p:custDataLst>
              <p:tags r:id="rId2"/>
            </p:custDataLst>
          </p:nvPr>
        </p:nvSpPr>
        <p:spPr>
          <a:xfrm>
            <a:off x="5380577" y="1659898"/>
            <a:ext cx="2755640" cy="378000"/>
          </a:xfrm>
          <a:prstGeom prst="rect">
            <a:avLst/>
          </a:prstGeom>
          <a:noFill/>
        </p:spPr>
        <p:txBody>
          <a:bodyPr wrap="square" lIns="0" tIns="0" rIns="0" bIns="0" rtlCol="0" anchor="ctr">
            <a:normAutofit fontScale="80000"/>
          </a:bodyPr>
          <a:lstStyle/>
          <a:p>
            <a:pPr>
              <a:lnSpc>
                <a:spcPct val="100000"/>
              </a:lnSpc>
            </a:pPr>
            <a:r>
              <a:rPr lang="zh-CN" altLang="en-US" b="1" spc="300" dirty="0">
                <a:solidFill>
                  <a:schemeClr val="tx1">
                    <a:lumMod val="85000"/>
                    <a:lumOff val="15000"/>
                  </a:schemeClr>
                </a:solidFill>
                <a:latin typeface="+mj-lt"/>
                <a:ea typeface="+mj-lt"/>
              </a:rPr>
              <a:t>项目的成员分工和预期计划</a:t>
            </a:r>
            <a:endParaRPr lang="zh-CN" altLang="en-US" b="1" spc="300" dirty="0">
              <a:solidFill>
                <a:schemeClr val="tx1">
                  <a:lumMod val="85000"/>
                  <a:lumOff val="15000"/>
                </a:schemeClr>
              </a:solidFill>
              <a:latin typeface="+mj-lt"/>
              <a:ea typeface="+mj-lt"/>
            </a:endParaRPr>
          </a:p>
        </p:txBody>
      </p:sp>
      <p:sp>
        <p:nvSpPr>
          <p:cNvPr id="9" name="@mix!m0_序号_03-2050-12356"/>
          <p:cNvSpPr/>
          <p:nvPr>
            <p:custDataLst>
              <p:tags r:id="rId3"/>
            </p:custDataLst>
          </p:nvPr>
        </p:nvSpPr>
        <p:spPr>
          <a:xfrm>
            <a:off x="5163534" y="3503073"/>
            <a:ext cx="452628" cy="452628"/>
          </a:xfrm>
          <a:prstGeom prst="ellipse">
            <a:avLst/>
          </a:prstGeom>
          <a:solidFill>
            <a:schemeClr val="accent1"/>
          </a:solidFill>
        </p:spPr>
        <p:txBody>
          <a:bodyPr wrap="none" lIns="0" tIns="0" rIns="0" bIns="0" rtlCol="0" anchor="ctr" anchorCtr="0">
            <a:normAutofit/>
          </a:bodyPr>
          <a:lstStyle/>
          <a:p>
            <a:pPr lvl="0" algn="ctr">
              <a:lnSpc>
                <a:spcPct val="110000"/>
              </a:lnSpc>
              <a:buClrTx/>
              <a:buSzTx/>
              <a:buFontTx/>
            </a:pPr>
            <a:r>
              <a:rPr lang="en-US" sz="1350" b="1" dirty="0">
                <a:solidFill>
                  <a:srgbClr val="FFFFFF"/>
                </a:solidFill>
                <a:latin typeface="+mn-ea"/>
                <a:cs typeface="微软雅黑" panose="020B0503020204020204" pitchFamily="34" charset="-120"/>
                <a:sym typeface="+mn-ea"/>
              </a:rPr>
              <a:t>03</a:t>
            </a:r>
            <a:endParaRPr lang="en-US" sz="1350" b="1" dirty="0">
              <a:solidFill>
                <a:srgbClr val="FFFFFF"/>
              </a:solidFill>
              <a:latin typeface="+mn-ea"/>
              <a:cs typeface="微软雅黑" panose="020B0503020204020204" pitchFamily="34" charset="-120"/>
              <a:sym typeface="+mn-ea"/>
            </a:endParaRPr>
          </a:p>
        </p:txBody>
      </p:sp>
      <p:sp>
        <p:nvSpPr>
          <p:cNvPr id="10" name="Ellipse 70_#color-2050&amp;12709"/>
          <p:cNvSpPr/>
          <p:nvPr>
            <p:custDataLst>
              <p:tags r:id="rId4"/>
            </p:custDataLst>
          </p:nvPr>
        </p:nvSpPr>
        <p:spPr>
          <a:xfrm>
            <a:off x="5090255" y="3429159"/>
            <a:ext cx="569214" cy="569214"/>
          </a:xfrm>
          <a:custGeom>
            <a:avLst/>
            <a:gdLst/>
            <a:ahLst/>
            <a:cxnLst/>
            <a:rect l="l" t="t" r="r" b="b"/>
            <a:pathLst>
              <a:path w="758952" h="758952">
                <a:moveTo>
                  <a:pt x="384048" y="740664"/>
                </a:moveTo>
                <a:cubicBezTo>
                  <a:pt x="576072" y="740664"/>
                  <a:pt x="740664" y="576072"/>
                  <a:pt x="740664" y="384048"/>
                </a:cubicBezTo>
                <a:cubicBezTo>
                  <a:pt x="740664" y="182880"/>
                  <a:pt x="576072" y="27432"/>
                  <a:pt x="384048" y="27432"/>
                </a:cubicBezTo>
                <a:cubicBezTo>
                  <a:pt x="182880" y="27432"/>
                  <a:pt x="27432" y="182880"/>
                  <a:pt x="27432" y="384048"/>
                </a:cubicBezTo>
                <a:cubicBezTo>
                  <a:pt x="27432" y="576072"/>
                  <a:pt x="182880" y="740664"/>
                  <a:pt x="384048" y="740664"/>
                </a:cubicBezTo>
                <a:moveTo>
                  <a:pt x="384048" y="758952"/>
                </a:moveTo>
                <a:cubicBezTo>
                  <a:pt x="594360" y="758952"/>
                  <a:pt x="758952" y="594360"/>
                  <a:pt x="758952" y="384048"/>
                </a:cubicBezTo>
                <a:cubicBezTo>
                  <a:pt x="758952" y="173736"/>
                  <a:pt x="594360" y="0"/>
                  <a:pt x="384048" y="0"/>
                </a:cubicBezTo>
                <a:cubicBezTo>
                  <a:pt x="173736" y="0"/>
                  <a:pt x="0" y="173736"/>
                  <a:pt x="0" y="384048"/>
                </a:cubicBezTo>
                <a:cubicBezTo>
                  <a:pt x="0" y="594360"/>
                  <a:pt x="173736" y="758952"/>
                  <a:pt x="384048" y="758952"/>
                </a:cubicBezTo>
              </a:path>
            </a:pathLst>
          </a:custGeom>
          <a:solidFill>
            <a:schemeClr val="accent1">
              <a:alpha val="10000"/>
            </a:schemeClr>
          </a:solidFill>
        </p:spPr>
        <p:txBody>
          <a:bodyPr/>
          <a:lstStyle/>
          <a:p>
            <a:endParaRPr lang="zh-CN" altLang="en-US" sz="1350"/>
          </a:p>
        </p:txBody>
      </p:sp>
      <p:sp>
        <p:nvSpPr>
          <p:cNvPr id="11" name="Ellipse 66_#color-2050&amp;12710"/>
          <p:cNvSpPr/>
          <p:nvPr>
            <p:custDataLst>
              <p:tags r:id="rId5"/>
            </p:custDataLst>
          </p:nvPr>
        </p:nvSpPr>
        <p:spPr>
          <a:xfrm>
            <a:off x="4718399" y="1564291"/>
            <a:ext cx="569214" cy="569214"/>
          </a:xfrm>
          <a:custGeom>
            <a:avLst/>
            <a:gdLst/>
            <a:ahLst/>
            <a:cxnLst/>
            <a:rect l="l" t="t" r="r" b="b"/>
            <a:pathLst>
              <a:path w="758952" h="758952">
                <a:moveTo>
                  <a:pt x="384048" y="740664"/>
                </a:moveTo>
                <a:cubicBezTo>
                  <a:pt x="576072" y="740664"/>
                  <a:pt x="740664" y="576072"/>
                  <a:pt x="740664" y="384048"/>
                </a:cubicBezTo>
                <a:cubicBezTo>
                  <a:pt x="740664" y="182880"/>
                  <a:pt x="576072" y="27432"/>
                  <a:pt x="384048" y="27432"/>
                </a:cubicBezTo>
                <a:cubicBezTo>
                  <a:pt x="182880" y="27432"/>
                  <a:pt x="27432" y="182880"/>
                  <a:pt x="27432" y="384048"/>
                </a:cubicBezTo>
                <a:cubicBezTo>
                  <a:pt x="27432" y="576072"/>
                  <a:pt x="182880" y="740664"/>
                  <a:pt x="384048" y="740664"/>
                </a:cubicBezTo>
                <a:moveTo>
                  <a:pt x="384048" y="758952"/>
                </a:moveTo>
                <a:cubicBezTo>
                  <a:pt x="594360" y="758952"/>
                  <a:pt x="758952" y="594360"/>
                  <a:pt x="758952" y="384048"/>
                </a:cubicBezTo>
                <a:cubicBezTo>
                  <a:pt x="758952" y="173736"/>
                  <a:pt x="594360" y="0"/>
                  <a:pt x="384048" y="0"/>
                </a:cubicBezTo>
                <a:cubicBezTo>
                  <a:pt x="173736" y="0"/>
                  <a:pt x="0" y="173736"/>
                  <a:pt x="0" y="384048"/>
                </a:cubicBezTo>
                <a:cubicBezTo>
                  <a:pt x="0" y="594360"/>
                  <a:pt x="173736" y="758952"/>
                  <a:pt x="384048" y="758952"/>
                </a:cubicBezTo>
              </a:path>
            </a:pathLst>
          </a:custGeom>
          <a:solidFill>
            <a:schemeClr val="accent1">
              <a:alpha val="10000"/>
            </a:schemeClr>
          </a:solidFill>
        </p:spPr>
        <p:txBody>
          <a:bodyPr/>
          <a:lstStyle/>
          <a:p>
            <a:endParaRPr lang="zh-CN" altLang="en-US" sz="1350"/>
          </a:p>
        </p:txBody>
      </p:sp>
      <p:sp>
        <p:nvSpPr>
          <p:cNvPr id="12" name="Ellipse 68_#color-2050&amp;12711"/>
          <p:cNvSpPr/>
          <p:nvPr>
            <p:custDataLst>
              <p:tags r:id="rId6"/>
            </p:custDataLst>
          </p:nvPr>
        </p:nvSpPr>
        <p:spPr>
          <a:xfrm>
            <a:off x="5109305" y="2613565"/>
            <a:ext cx="569214" cy="569214"/>
          </a:xfrm>
          <a:custGeom>
            <a:avLst/>
            <a:gdLst/>
            <a:ahLst/>
            <a:cxnLst/>
            <a:rect l="l" t="t" r="r" b="b"/>
            <a:pathLst>
              <a:path w="758952" h="758952">
                <a:moveTo>
                  <a:pt x="384048" y="740664"/>
                </a:moveTo>
                <a:cubicBezTo>
                  <a:pt x="576072" y="740664"/>
                  <a:pt x="740664" y="576072"/>
                  <a:pt x="740664" y="384048"/>
                </a:cubicBezTo>
                <a:cubicBezTo>
                  <a:pt x="740664" y="182880"/>
                  <a:pt x="576072" y="27432"/>
                  <a:pt x="384048" y="27432"/>
                </a:cubicBezTo>
                <a:cubicBezTo>
                  <a:pt x="182880" y="27432"/>
                  <a:pt x="27432" y="182880"/>
                  <a:pt x="27432" y="384048"/>
                </a:cubicBezTo>
                <a:cubicBezTo>
                  <a:pt x="27432" y="576072"/>
                  <a:pt x="182880" y="740664"/>
                  <a:pt x="384048" y="740664"/>
                </a:cubicBezTo>
                <a:moveTo>
                  <a:pt x="384048" y="758952"/>
                </a:moveTo>
                <a:cubicBezTo>
                  <a:pt x="594360" y="758952"/>
                  <a:pt x="758952" y="594360"/>
                  <a:pt x="758952" y="384048"/>
                </a:cubicBezTo>
                <a:cubicBezTo>
                  <a:pt x="758952" y="173736"/>
                  <a:pt x="594360" y="0"/>
                  <a:pt x="384048" y="0"/>
                </a:cubicBezTo>
                <a:cubicBezTo>
                  <a:pt x="173736" y="0"/>
                  <a:pt x="0" y="173736"/>
                  <a:pt x="0" y="384048"/>
                </a:cubicBezTo>
                <a:cubicBezTo>
                  <a:pt x="0" y="594360"/>
                  <a:pt x="173736" y="758952"/>
                  <a:pt x="384048" y="758952"/>
                </a:cubicBezTo>
              </a:path>
            </a:pathLst>
          </a:custGeom>
          <a:solidFill>
            <a:schemeClr val="accent1">
              <a:alpha val="10000"/>
            </a:schemeClr>
          </a:solidFill>
        </p:spPr>
        <p:txBody>
          <a:bodyPr/>
          <a:lstStyle/>
          <a:p>
            <a:endParaRPr lang="zh-CN" altLang="en-US" sz="1350"/>
          </a:p>
        </p:txBody>
      </p:sp>
      <p:sp>
        <p:nvSpPr>
          <p:cNvPr id="13" name="Ellipse 72_#color-2050&amp;12712"/>
          <p:cNvSpPr/>
          <p:nvPr>
            <p:custDataLst>
              <p:tags r:id="rId7"/>
            </p:custDataLst>
          </p:nvPr>
        </p:nvSpPr>
        <p:spPr>
          <a:xfrm>
            <a:off x="4968589" y="4275868"/>
            <a:ext cx="569214" cy="569214"/>
          </a:xfrm>
          <a:custGeom>
            <a:avLst/>
            <a:gdLst/>
            <a:ahLst/>
            <a:cxnLst/>
            <a:rect l="l" t="t" r="r" b="b"/>
            <a:pathLst>
              <a:path w="758952" h="758952">
                <a:moveTo>
                  <a:pt x="384048" y="740664"/>
                </a:moveTo>
                <a:cubicBezTo>
                  <a:pt x="576072" y="740664"/>
                  <a:pt x="740664" y="576072"/>
                  <a:pt x="740664" y="384048"/>
                </a:cubicBezTo>
                <a:cubicBezTo>
                  <a:pt x="740664" y="182880"/>
                  <a:pt x="576072" y="27432"/>
                  <a:pt x="384048" y="27432"/>
                </a:cubicBezTo>
                <a:cubicBezTo>
                  <a:pt x="182880" y="27432"/>
                  <a:pt x="27432" y="182880"/>
                  <a:pt x="27432" y="384048"/>
                </a:cubicBezTo>
                <a:cubicBezTo>
                  <a:pt x="27432" y="576072"/>
                  <a:pt x="182880" y="740664"/>
                  <a:pt x="384048" y="740664"/>
                </a:cubicBezTo>
                <a:moveTo>
                  <a:pt x="384048" y="758952"/>
                </a:moveTo>
                <a:cubicBezTo>
                  <a:pt x="594360" y="758952"/>
                  <a:pt x="758952" y="594360"/>
                  <a:pt x="758952" y="384048"/>
                </a:cubicBezTo>
                <a:cubicBezTo>
                  <a:pt x="758952" y="173736"/>
                  <a:pt x="594360" y="0"/>
                  <a:pt x="384048" y="0"/>
                </a:cubicBezTo>
                <a:cubicBezTo>
                  <a:pt x="173736" y="0"/>
                  <a:pt x="0" y="173736"/>
                  <a:pt x="0" y="384048"/>
                </a:cubicBezTo>
                <a:cubicBezTo>
                  <a:pt x="0" y="594360"/>
                  <a:pt x="173736" y="758952"/>
                  <a:pt x="384048" y="758952"/>
                </a:cubicBezTo>
              </a:path>
            </a:pathLst>
          </a:custGeom>
          <a:solidFill>
            <a:schemeClr val="accent1">
              <a:alpha val="10000"/>
            </a:schemeClr>
          </a:solidFill>
        </p:spPr>
        <p:txBody>
          <a:bodyPr/>
          <a:lstStyle/>
          <a:p>
            <a:endParaRPr lang="zh-CN" altLang="en-US" sz="1350"/>
          </a:p>
        </p:txBody>
      </p:sp>
      <p:sp>
        <p:nvSpPr>
          <p:cNvPr id="14" name="@mix!m0_序号_01-2050-12354"/>
          <p:cNvSpPr/>
          <p:nvPr>
            <p:custDataLst>
              <p:tags r:id="rId8"/>
            </p:custDataLst>
          </p:nvPr>
        </p:nvSpPr>
        <p:spPr>
          <a:xfrm>
            <a:off x="4773263" y="1626013"/>
            <a:ext cx="452628" cy="452628"/>
          </a:xfrm>
          <a:prstGeom prst="ellipse">
            <a:avLst/>
          </a:prstGeom>
          <a:solidFill>
            <a:schemeClr val="accent1"/>
          </a:solidFill>
        </p:spPr>
        <p:txBody>
          <a:bodyPr wrap="none" lIns="0" tIns="0" rIns="0" bIns="0" rtlCol="0" anchor="ctr" anchorCtr="0">
            <a:normAutofit/>
          </a:bodyPr>
          <a:lstStyle/>
          <a:p>
            <a:pPr marL="0" indent="0" algn="ctr">
              <a:lnSpc>
                <a:spcPct val="110000"/>
              </a:lnSpc>
              <a:buNone/>
            </a:pPr>
            <a:r>
              <a:rPr lang="en-US" sz="1350" b="1" dirty="0">
                <a:solidFill>
                  <a:srgbClr val="FFFFFF"/>
                </a:solidFill>
                <a:latin typeface="+mn-ea"/>
                <a:cs typeface="微软雅黑" panose="020B0503020204020204" pitchFamily="34" charset="-120"/>
              </a:rPr>
              <a:t>01</a:t>
            </a:r>
            <a:endParaRPr lang="zh-CN" altLang="en-US" sz="1350" b="1" dirty="0">
              <a:solidFill>
                <a:srgbClr val="FFFFFF"/>
              </a:solidFill>
              <a:latin typeface="+mn-ea"/>
              <a:cs typeface="微软雅黑" panose="020B0503020204020204" pitchFamily="34" charset="-120"/>
            </a:endParaRPr>
          </a:p>
        </p:txBody>
      </p:sp>
      <p:sp>
        <p:nvSpPr>
          <p:cNvPr id="15" name="@mix!m0_序号_02-2050-12355"/>
          <p:cNvSpPr/>
          <p:nvPr>
            <p:custDataLst>
              <p:tags r:id="rId9"/>
            </p:custDataLst>
          </p:nvPr>
        </p:nvSpPr>
        <p:spPr>
          <a:xfrm>
            <a:off x="5164169" y="2668429"/>
            <a:ext cx="452628" cy="452628"/>
          </a:xfrm>
          <a:prstGeom prst="ellipse">
            <a:avLst/>
          </a:prstGeom>
          <a:solidFill>
            <a:schemeClr val="accent1"/>
          </a:solidFill>
        </p:spPr>
        <p:txBody>
          <a:bodyPr wrap="none" lIns="0" tIns="0" rIns="0" bIns="0" rtlCol="0" anchor="ctr" anchorCtr="0">
            <a:normAutofit/>
          </a:bodyPr>
          <a:lstStyle/>
          <a:p>
            <a:pPr lvl="0" algn="ctr">
              <a:lnSpc>
                <a:spcPct val="110000"/>
              </a:lnSpc>
              <a:buClrTx/>
              <a:buSzTx/>
              <a:buFontTx/>
            </a:pPr>
            <a:r>
              <a:rPr lang="en-US" sz="1350" b="1" dirty="0">
                <a:solidFill>
                  <a:srgbClr val="FFFFFF"/>
                </a:solidFill>
                <a:latin typeface="+mn-ea"/>
                <a:cs typeface="微软雅黑" panose="020B0503020204020204" pitchFamily="34" charset="-120"/>
                <a:sym typeface="+mn-ea"/>
              </a:rPr>
              <a:t>02</a:t>
            </a:r>
            <a:endParaRPr lang="en-US" sz="1350" b="1" dirty="0">
              <a:solidFill>
                <a:srgbClr val="FFFFFF"/>
              </a:solidFill>
              <a:latin typeface="+mn-ea"/>
              <a:cs typeface="微软雅黑" panose="020B0503020204020204" pitchFamily="34" charset="-120"/>
              <a:sym typeface="+mn-ea"/>
            </a:endParaRPr>
          </a:p>
        </p:txBody>
      </p:sp>
      <p:sp>
        <p:nvSpPr>
          <p:cNvPr id="16" name="@mix!m0_序号_04-2050-12357"/>
          <p:cNvSpPr/>
          <p:nvPr>
            <p:custDataLst>
              <p:tags r:id="rId10"/>
            </p:custDataLst>
          </p:nvPr>
        </p:nvSpPr>
        <p:spPr>
          <a:xfrm>
            <a:off x="5026628" y="4327557"/>
            <a:ext cx="452628" cy="452628"/>
          </a:xfrm>
          <a:prstGeom prst="ellipse">
            <a:avLst/>
          </a:prstGeom>
          <a:solidFill>
            <a:schemeClr val="accent1"/>
          </a:solidFill>
        </p:spPr>
        <p:txBody>
          <a:bodyPr wrap="none" lIns="0" tIns="0" rIns="0" bIns="0" rtlCol="0" anchor="ctr" anchorCtr="0">
            <a:normAutofit/>
          </a:bodyPr>
          <a:lstStyle/>
          <a:p>
            <a:pPr lvl="0" algn="ctr">
              <a:lnSpc>
                <a:spcPct val="110000"/>
              </a:lnSpc>
              <a:buClrTx/>
              <a:buSzTx/>
              <a:buFontTx/>
            </a:pPr>
            <a:r>
              <a:rPr lang="en-US" sz="1350" b="1" dirty="0">
                <a:solidFill>
                  <a:srgbClr val="FFFFFF"/>
                </a:solidFill>
                <a:latin typeface="+mn-ea"/>
                <a:cs typeface="微软雅黑" panose="020B0503020204020204" pitchFamily="34" charset="-120"/>
                <a:sym typeface="+mn-ea"/>
              </a:rPr>
              <a:t>04</a:t>
            </a:r>
            <a:endParaRPr lang="en-US" sz="1350" b="1" dirty="0">
              <a:solidFill>
                <a:srgbClr val="FFFFFF"/>
              </a:solidFill>
              <a:latin typeface="+mn-ea"/>
              <a:cs typeface="微软雅黑" panose="020B0503020204020204" pitchFamily="34" charset="-120"/>
              <a:sym typeface="+mn-ea"/>
            </a:endParaRPr>
          </a:p>
        </p:txBody>
      </p:sp>
      <p:sp>
        <p:nvSpPr>
          <p:cNvPr id="2" name="项标题"/>
          <p:cNvSpPr txBox="1"/>
          <p:nvPr>
            <p:custDataLst>
              <p:tags r:id="rId11"/>
            </p:custDataLst>
          </p:nvPr>
        </p:nvSpPr>
        <p:spPr>
          <a:xfrm>
            <a:off x="5771483" y="2709172"/>
            <a:ext cx="2755640" cy="378000"/>
          </a:xfrm>
          <a:prstGeom prst="rect">
            <a:avLst/>
          </a:prstGeom>
          <a:noFill/>
        </p:spPr>
        <p:txBody>
          <a:bodyPr wrap="square" lIns="0" tIns="0" rIns="0" bIns="0" rtlCol="0" anchor="ctr">
            <a:normAutofit fontScale="70000"/>
          </a:bodyPr>
          <a:lstStyle/>
          <a:p>
            <a:pPr>
              <a:lnSpc>
                <a:spcPct val="100000"/>
              </a:lnSpc>
            </a:pPr>
            <a:r>
              <a:rPr lang="zh-CN" altLang="en-US" b="1" spc="300" dirty="0">
                <a:solidFill>
                  <a:schemeClr val="tx1">
                    <a:lumMod val="85000"/>
                    <a:lumOff val="15000"/>
                  </a:schemeClr>
                </a:solidFill>
                <a:latin typeface="+mj-lt"/>
                <a:ea typeface="+mj-lt"/>
              </a:rPr>
              <a:t>项目的实际进度曲线、燃尽图</a:t>
            </a:r>
            <a:endParaRPr lang="zh-CN" altLang="en-US" b="1" spc="300" dirty="0">
              <a:solidFill>
                <a:schemeClr val="tx1">
                  <a:lumMod val="85000"/>
                  <a:lumOff val="15000"/>
                </a:schemeClr>
              </a:solidFill>
              <a:latin typeface="+mj-lt"/>
              <a:ea typeface="+mj-lt"/>
            </a:endParaRPr>
          </a:p>
        </p:txBody>
      </p:sp>
      <p:sp>
        <p:nvSpPr>
          <p:cNvPr id="3" name="项标题"/>
          <p:cNvSpPr txBox="1"/>
          <p:nvPr>
            <p:custDataLst>
              <p:tags r:id="rId12"/>
            </p:custDataLst>
          </p:nvPr>
        </p:nvSpPr>
        <p:spPr>
          <a:xfrm>
            <a:off x="5871813" y="3503557"/>
            <a:ext cx="2755640" cy="378000"/>
          </a:xfrm>
          <a:prstGeom prst="rect">
            <a:avLst/>
          </a:prstGeom>
          <a:noFill/>
        </p:spPr>
        <p:txBody>
          <a:bodyPr wrap="square" lIns="0" tIns="0" rIns="0" bIns="0" rtlCol="0" anchor="ctr">
            <a:normAutofit/>
          </a:bodyPr>
          <a:lstStyle/>
          <a:p>
            <a:pPr>
              <a:lnSpc>
                <a:spcPct val="100000"/>
              </a:lnSpc>
            </a:pPr>
            <a:r>
              <a:rPr lang="zh-CN" altLang="en-US" b="1" spc="300" dirty="0">
                <a:solidFill>
                  <a:schemeClr val="tx1">
                    <a:lumMod val="85000"/>
                    <a:lumOff val="15000"/>
                  </a:schemeClr>
                </a:solidFill>
                <a:latin typeface="+mj-lt"/>
                <a:ea typeface="+mj-lt"/>
              </a:rPr>
              <a:t>问题与解决方</a:t>
            </a:r>
            <a:r>
              <a:rPr lang="zh-CN" altLang="en-US" b="1" spc="300" dirty="0">
                <a:solidFill>
                  <a:schemeClr val="tx1">
                    <a:lumMod val="85000"/>
                    <a:lumOff val="15000"/>
                  </a:schemeClr>
                </a:solidFill>
                <a:latin typeface="+mj-lt"/>
                <a:ea typeface="+mj-lt"/>
              </a:rPr>
              <a:t>案</a:t>
            </a:r>
            <a:endParaRPr lang="zh-CN" altLang="en-US" b="1" spc="300" dirty="0">
              <a:solidFill>
                <a:schemeClr val="tx1">
                  <a:lumMod val="85000"/>
                  <a:lumOff val="15000"/>
                </a:schemeClr>
              </a:solidFill>
              <a:latin typeface="+mj-lt"/>
              <a:ea typeface="+mj-lt"/>
            </a:endParaRPr>
          </a:p>
        </p:txBody>
      </p:sp>
      <p:sp>
        <p:nvSpPr>
          <p:cNvPr id="8" name="项标题"/>
          <p:cNvSpPr txBox="1"/>
          <p:nvPr>
            <p:custDataLst>
              <p:tags r:id="rId13"/>
            </p:custDataLst>
          </p:nvPr>
        </p:nvSpPr>
        <p:spPr>
          <a:xfrm>
            <a:off x="5771737" y="4402336"/>
            <a:ext cx="2755640" cy="378000"/>
          </a:xfrm>
          <a:prstGeom prst="rect">
            <a:avLst/>
          </a:prstGeom>
          <a:noFill/>
        </p:spPr>
        <p:txBody>
          <a:bodyPr wrap="square" lIns="0" tIns="0" rIns="0" bIns="0" rtlCol="0" anchor="ctr">
            <a:normAutofit/>
          </a:bodyPr>
          <a:lstStyle/>
          <a:p>
            <a:pPr>
              <a:lnSpc>
                <a:spcPct val="100000"/>
              </a:lnSpc>
            </a:pPr>
            <a:r>
              <a:rPr lang="zh-CN" altLang="en-US" b="1" spc="300" dirty="0">
                <a:solidFill>
                  <a:schemeClr val="tx1">
                    <a:lumMod val="85000"/>
                    <a:lumOff val="15000"/>
                  </a:schemeClr>
                </a:solidFill>
                <a:latin typeface="+mj-lt"/>
                <a:ea typeface="+mj-lt"/>
              </a:rPr>
              <a:t>项目的实际架构</a:t>
            </a:r>
            <a:endParaRPr lang="zh-CN" altLang="en-US" b="1" spc="300" dirty="0">
              <a:solidFill>
                <a:schemeClr val="tx1">
                  <a:lumMod val="85000"/>
                  <a:lumOff val="15000"/>
                </a:schemeClr>
              </a:solidFill>
              <a:latin typeface="+mj-lt"/>
              <a:ea typeface="+mj-lt"/>
            </a:endParaRPr>
          </a:p>
        </p:txBody>
      </p:sp>
      <p:sp>
        <p:nvSpPr>
          <p:cNvPr id="6" name="@mix!m0_序号_04-2050-12357"/>
          <p:cNvSpPr/>
          <p:nvPr>
            <p:custDataLst>
              <p:tags r:id="rId14"/>
            </p:custDataLst>
          </p:nvPr>
        </p:nvSpPr>
        <p:spPr>
          <a:xfrm>
            <a:off x="4711668" y="5077492"/>
            <a:ext cx="452628" cy="452628"/>
          </a:xfrm>
          <a:prstGeom prst="ellipse">
            <a:avLst/>
          </a:prstGeom>
          <a:solidFill>
            <a:schemeClr val="accent1"/>
          </a:solidFill>
        </p:spPr>
        <p:txBody>
          <a:bodyPr wrap="none" lIns="0" tIns="0" rIns="0" bIns="0" rtlCol="0" anchor="ctr" anchorCtr="0">
            <a:normAutofit/>
          </a:bodyPr>
          <a:lstStyle/>
          <a:p>
            <a:pPr lvl="0" algn="ctr">
              <a:lnSpc>
                <a:spcPct val="110000"/>
              </a:lnSpc>
              <a:buClrTx/>
              <a:buSzTx/>
              <a:buFontTx/>
            </a:pPr>
            <a:r>
              <a:rPr lang="en-US" sz="1350" b="1" dirty="0">
                <a:solidFill>
                  <a:srgbClr val="FFFFFF"/>
                </a:solidFill>
                <a:latin typeface="+mn-ea"/>
                <a:cs typeface="微软雅黑" panose="020B0503020204020204" pitchFamily="34" charset="-120"/>
                <a:sym typeface="+mn-ea"/>
              </a:rPr>
              <a:t>05</a:t>
            </a:r>
            <a:endParaRPr lang="en-US" sz="1350" b="1" dirty="0">
              <a:solidFill>
                <a:srgbClr val="FFFFFF"/>
              </a:solidFill>
              <a:latin typeface="+mn-ea"/>
              <a:cs typeface="微软雅黑" panose="020B0503020204020204" pitchFamily="34" charset="-120"/>
              <a:sym typeface="+mn-ea"/>
            </a:endParaRPr>
          </a:p>
        </p:txBody>
      </p:sp>
      <p:sp>
        <p:nvSpPr>
          <p:cNvPr id="17" name="Ellipse 72_#color-2050&amp;12712"/>
          <p:cNvSpPr/>
          <p:nvPr>
            <p:custDataLst>
              <p:tags r:id="rId15"/>
            </p:custDataLst>
          </p:nvPr>
        </p:nvSpPr>
        <p:spPr>
          <a:xfrm>
            <a:off x="4652994" y="5019453"/>
            <a:ext cx="569214" cy="569214"/>
          </a:xfrm>
          <a:custGeom>
            <a:avLst/>
            <a:gdLst/>
            <a:ahLst/>
            <a:cxnLst/>
            <a:rect l="l" t="t" r="r" b="b"/>
            <a:pathLst>
              <a:path w="758952" h="758952">
                <a:moveTo>
                  <a:pt x="384048" y="740664"/>
                </a:moveTo>
                <a:cubicBezTo>
                  <a:pt x="576072" y="740664"/>
                  <a:pt x="740664" y="576072"/>
                  <a:pt x="740664" y="384048"/>
                </a:cubicBezTo>
                <a:cubicBezTo>
                  <a:pt x="740664" y="182880"/>
                  <a:pt x="576072" y="27432"/>
                  <a:pt x="384048" y="27432"/>
                </a:cubicBezTo>
                <a:cubicBezTo>
                  <a:pt x="182880" y="27432"/>
                  <a:pt x="27432" y="182880"/>
                  <a:pt x="27432" y="384048"/>
                </a:cubicBezTo>
                <a:cubicBezTo>
                  <a:pt x="27432" y="576072"/>
                  <a:pt x="182880" y="740664"/>
                  <a:pt x="384048" y="740664"/>
                </a:cubicBezTo>
                <a:moveTo>
                  <a:pt x="384048" y="758952"/>
                </a:moveTo>
                <a:cubicBezTo>
                  <a:pt x="594360" y="758952"/>
                  <a:pt x="758952" y="594360"/>
                  <a:pt x="758952" y="384048"/>
                </a:cubicBezTo>
                <a:cubicBezTo>
                  <a:pt x="758952" y="173736"/>
                  <a:pt x="594360" y="0"/>
                  <a:pt x="384048" y="0"/>
                </a:cubicBezTo>
                <a:cubicBezTo>
                  <a:pt x="173736" y="0"/>
                  <a:pt x="0" y="173736"/>
                  <a:pt x="0" y="384048"/>
                </a:cubicBezTo>
                <a:cubicBezTo>
                  <a:pt x="0" y="594360"/>
                  <a:pt x="173736" y="758952"/>
                  <a:pt x="384048" y="758952"/>
                </a:cubicBezTo>
              </a:path>
            </a:pathLst>
          </a:custGeom>
          <a:solidFill>
            <a:schemeClr val="accent1">
              <a:alpha val="10000"/>
            </a:schemeClr>
          </a:solidFill>
        </p:spPr>
        <p:txBody>
          <a:bodyPr/>
          <a:lstStyle/>
          <a:p>
            <a:endParaRPr lang="zh-CN" altLang="en-US" sz="1350"/>
          </a:p>
        </p:txBody>
      </p:sp>
      <p:sp>
        <p:nvSpPr>
          <p:cNvPr id="18" name="项标题"/>
          <p:cNvSpPr txBox="1"/>
          <p:nvPr>
            <p:custDataLst>
              <p:tags r:id="rId16"/>
            </p:custDataLst>
          </p:nvPr>
        </p:nvSpPr>
        <p:spPr>
          <a:xfrm>
            <a:off x="5450427" y="5077341"/>
            <a:ext cx="2755640" cy="378000"/>
          </a:xfrm>
          <a:prstGeom prst="rect">
            <a:avLst/>
          </a:prstGeom>
          <a:noFill/>
        </p:spPr>
        <p:txBody>
          <a:bodyPr wrap="square" lIns="0" tIns="0" rIns="0" bIns="0" rtlCol="0" anchor="ctr">
            <a:normAutofit/>
          </a:bodyPr>
          <a:lstStyle/>
          <a:p>
            <a:pPr>
              <a:lnSpc>
                <a:spcPct val="100000"/>
              </a:lnSpc>
            </a:pPr>
            <a:r>
              <a:rPr lang="zh-CN" altLang="en-US" b="1" spc="300" dirty="0">
                <a:solidFill>
                  <a:schemeClr val="tx1">
                    <a:lumMod val="85000"/>
                    <a:lumOff val="15000"/>
                  </a:schemeClr>
                </a:solidFill>
                <a:latin typeface="+mj-lt"/>
                <a:ea typeface="+mj-lt"/>
              </a:rPr>
              <a:t>测试方面内容</a:t>
            </a:r>
            <a:endParaRPr lang="zh-CN" altLang="en-US" b="1" spc="300" dirty="0">
              <a:solidFill>
                <a:schemeClr val="tx1">
                  <a:lumMod val="85000"/>
                  <a:lumOff val="15000"/>
                </a:schemeClr>
              </a:solidFill>
              <a:latin typeface="+mj-lt"/>
              <a:ea typeface="+mj-lt"/>
            </a:endParaRPr>
          </a:p>
        </p:txBody>
      </p:sp>
      <p:sp>
        <p:nvSpPr>
          <p:cNvPr id="19" name="@mix!m0_序号_04-2050-12357"/>
          <p:cNvSpPr/>
          <p:nvPr>
            <p:custDataLst>
              <p:tags r:id="rId17"/>
            </p:custDataLst>
          </p:nvPr>
        </p:nvSpPr>
        <p:spPr>
          <a:xfrm>
            <a:off x="4281773" y="5588667"/>
            <a:ext cx="452628" cy="452628"/>
          </a:xfrm>
          <a:prstGeom prst="ellipse">
            <a:avLst/>
          </a:prstGeom>
          <a:solidFill>
            <a:schemeClr val="accent1"/>
          </a:solidFill>
        </p:spPr>
        <p:txBody>
          <a:bodyPr wrap="none" lIns="0" tIns="0" rIns="0" bIns="0" rtlCol="0" anchor="ctr" anchorCtr="0">
            <a:normAutofit/>
          </a:bodyPr>
          <a:lstStyle/>
          <a:p>
            <a:pPr lvl="0" algn="ctr">
              <a:lnSpc>
                <a:spcPct val="110000"/>
              </a:lnSpc>
              <a:buClrTx/>
              <a:buSzTx/>
              <a:buFontTx/>
            </a:pPr>
            <a:r>
              <a:rPr lang="en-US" sz="1350" b="1" dirty="0">
                <a:solidFill>
                  <a:srgbClr val="FFFFFF"/>
                </a:solidFill>
                <a:latin typeface="+mn-ea"/>
                <a:cs typeface="微软雅黑" panose="020B0503020204020204" pitchFamily="34" charset="-120"/>
                <a:sym typeface="+mn-ea"/>
              </a:rPr>
              <a:t>06</a:t>
            </a:r>
            <a:endParaRPr lang="en-US" sz="1350" b="1" dirty="0">
              <a:solidFill>
                <a:srgbClr val="FFFFFF"/>
              </a:solidFill>
              <a:latin typeface="+mn-ea"/>
              <a:cs typeface="微软雅黑" panose="020B0503020204020204" pitchFamily="34" charset="-120"/>
              <a:sym typeface="+mn-ea"/>
            </a:endParaRPr>
          </a:p>
        </p:txBody>
      </p:sp>
      <p:sp>
        <p:nvSpPr>
          <p:cNvPr id="20" name="Ellipse 72_#color-2050&amp;12712"/>
          <p:cNvSpPr/>
          <p:nvPr>
            <p:custDataLst>
              <p:tags r:id="rId18"/>
            </p:custDataLst>
          </p:nvPr>
        </p:nvSpPr>
        <p:spPr>
          <a:xfrm>
            <a:off x="4204049" y="5529993"/>
            <a:ext cx="569214" cy="569214"/>
          </a:xfrm>
          <a:custGeom>
            <a:avLst/>
            <a:gdLst/>
            <a:ahLst/>
            <a:cxnLst/>
            <a:rect l="l" t="t" r="r" b="b"/>
            <a:pathLst>
              <a:path w="758952" h="758952">
                <a:moveTo>
                  <a:pt x="384048" y="740664"/>
                </a:moveTo>
                <a:cubicBezTo>
                  <a:pt x="576072" y="740664"/>
                  <a:pt x="740664" y="576072"/>
                  <a:pt x="740664" y="384048"/>
                </a:cubicBezTo>
                <a:cubicBezTo>
                  <a:pt x="740664" y="182880"/>
                  <a:pt x="576072" y="27432"/>
                  <a:pt x="384048" y="27432"/>
                </a:cubicBezTo>
                <a:cubicBezTo>
                  <a:pt x="182880" y="27432"/>
                  <a:pt x="27432" y="182880"/>
                  <a:pt x="27432" y="384048"/>
                </a:cubicBezTo>
                <a:cubicBezTo>
                  <a:pt x="27432" y="576072"/>
                  <a:pt x="182880" y="740664"/>
                  <a:pt x="384048" y="740664"/>
                </a:cubicBezTo>
                <a:moveTo>
                  <a:pt x="384048" y="758952"/>
                </a:moveTo>
                <a:cubicBezTo>
                  <a:pt x="594360" y="758952"/>
                  <a:pt x="758952" y="594360"/>
                  <a:pt x="758952" y="384048"/>
                </a:cubicBezTo>
                <a:cubicBezTo>
                  <a:pt x="758952" y="173736"/>
                  <a:pt x="594360" y="0"/>
                  <a:pt x="384048" y="0"/>
                </a:cubicBezTo>
                <a:cubicBezTo>
                  <a:pt x="173736" y="0"/>
                  <a:pt x="0" y="173736"/>
                  <a:pt x="0" y="384048"/>
                </a:cubicBezTo>
                <a:cubicBezTo>
                  <a:pt x="0" y="594360"/>
                  <a:pt x="173736" y="758952"/>
                  <a:pt x="384048" y="758952"/>
                </a:cubicBezTo>
              </a:path>
            </a:pathLst>
          </a:custGeom>
          <a:solidFill>
            <a:schemeClr val="accent1">
              <a:alpha val="10000"/>
            </a:schemeClr>
          </a:solidFill>
        </p:spPr>
        <p:txBody>
          <a:bodyPr/>
          <a:lstStyle/>
          <a:p>
            <a:endParaRPr lang="zh-CN" altLang="en-US" sz="1350"/>
          </a:p>
        </p:txBody>
      </p:sp>
      <p:sp>
        <p:nvSpPr>
          <p:cNvPr id="21" name="项标题"/>
          <p:cNvSpPr txBox="1"/>
          <p:nvPr>
            <p:custDataLst>
              <p:tags r:id="rId19"/>
            </p:custDataLst>
          </p:nvPr>
        </p:nvSpPr>
        <p:spPr>
          <a:xfrm>
            <a:off x="4969097" y="5625981"/>
            <a:ext cx="2755640" cy="378000"/>
          </a:xfrm>
          <a:prstGeom prst="rect">
            <a:avLst/>
          </a:prstGeom>
          <a:noFill/>
        </p:spPr>
        <p:txBody>
          <a:bodyPr wrap="square" lIns="0" tIns="0" rIns="0" bIns="0" rtlCol="0" anchor="ctr">
            <a:normAutofit/>
          </a:bodyPr>
          <a:lstStyle/>
          <a:p>
            <a:pPr>
              <a:lnSpc>
                <a:spcPct val="100000"/>
              </a:lnSpc>
            </a:pPr>
            <a:r>
              <a:rPr lang="zh-CN" altLang="en-US" b="1" spc="300" dirty="0">
                <a:solidFill>
                  <a:schemeClr val="tx1">
                    <a:lumMod val="85000"/>
                    <a:lumOff val="15000"/>
                  </a:schemeClr>
                </a:solidFill>
                <a:latin typeface="+mj-lt"/>
                <a:ea typeface="+mj-lt"/>
              </a:rPr>
              <a:t>小组成员过程体会</a:t>
            </a:r>
            <a:endParaRPr lang="zh-CN" altLang="en-US" b="1" spc="300" dirty="0">
              <a:solidFill>
                <a:schemeClr val="tx1">
                  <a:lumMod val="85000"/>
                  <a:lumOff val="15000"/>
                </a:schemeClr>
              </a:solidFill>
              <a:latin typeface="+mj-lt"/>
              <a:ea typeface="+mj-lt"/>
            </a:endParaRPr>
          </a:p>
        </p:txBody>
      </p:sp>
    </p:spTree>
    <p:custDataLst>
      <p:tags r:id="rId20"/>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Table 2"/>
          <p:cNvGraphicFramePr>
            <a:graphicFrameLocks noGrp="1"/>
          </p:cNvGraphicFramePr>
          <p:nvPr>
            <p:custDataLst>
              <p:tags r:id="rId1"/>
            </p:custDataLst>
          </p:nvPr>
        </p:nvGraphicFramePr>
        <p:xfrm>
          <a:off x="274320" y="1371600"/>
          <a:ext cx="8229600" cy="4114800"/>
        </p:xfrm>
        <a:graphic>
          <a:graphicData uri="http://schemas.openxmlformats.org/drawingml/2006/table">
            <a:tbl>
              <a:tblPr firstRow="1" bandRow="1">
                <a:tableStyleId>{5C22544A-7EE6-4342-B048-85BDC9FD1C3A}</a:tableStyleId>
              </a:tblPr>
              <a:tblGrid>
                <a:gridCol w="1645920"/>
                <a:gridCol w="1280160"/>
                <a:gridCol w="2103120"/>
                <a:gridCol w="3200400"/>
              </a:tblGrid>
              <a:tr h="374072">
                <a:tc>
                  <a:txBody>
                    <a:bodyPr wrap="square">
                      <a:spAutoFit/>
                    </a:bodyPr>
                    <a:lstStyle/>
                    <a:p>
                      <a:r>
                        <a:rPr sz="1200"/>
                        <a:t>学号</a:t>
                      </a:r>
                      <a:endParaRPr sz="1200"/>
                    </a:p>
                  </a:txBody>
                  <a:tcPr/>
                </a:tc>
                <a:tc>
                  <a:txBody>
                    <a:bodyPr wrap="square">
                      <a:spAutoFit/>
                    </a:bodyPr>
                    <a:lstStyle/>
                    <a:p>
                      <a:r>
                        <a:rPr sz="1200"/>
                        <a:t>姓名</a:t>
                      </a:r>
                      <a:endParaRPr sz="1200"/>
                    </a:p>
                  </a:txBody>
                  <a:tcPr/>
                </a:tc>
                <a:tc>
                  <a:txBody>
                    <a:bodyPr wrap="square">
                      <a:spAutoFit/>
                    </a:bodyPr>
                    <a:lstStyle/>
                    <a:p>
                      <a:r>
                        <a:rPr sz="1200"/>
                        <a:t>角色</a:t>
                      </a:r>
                      <a:endParaRPr sz="1200"/>
                    </a:p>
                  </a:txBody>
                  <a:tcPr/>
                </a:tc>
                <a:tc>
                  <a:txBody>
                    <a:bodyPr wrap="square">
                      <a:spAutoFit/>
                    </a:bodyPr>
                    <a:lstStyle/>
                    <a:p>
                      <a:r>
                        <a:rPr sz="1200"/>
                        <a:t>负责模块</a:t>
                      </a:r>
                      <a:endParaRPr sz="1200"/>
                    </a:p>
                  </a:txBody>
                  <a:tcPr/>
                </a:tc>
              </a:tr>
              <a:tr h="374072">
                <a:tc>
                  <a:txBody>
                    <a:bodyPr wrap="square">
                      <a:spAutoFit/>
                    </a:bodyPr>
                    <a:lstStyle/>
                    <a:p>
                      <a:r>
                        <a:rPr sz="1200"/>
                        <a:t>102301312</a:t>
                      </a:r>
                      <a:endParaRPr sz="1200"/>
                    </a:p>
                  </a:txBody>
                  <a:tcPr/>
                </a:tc>
                <a:tc>
                  <a:txBody>
                    <a:bodyPr wrap="square">
                      <a:spAutoFit/>
                    </a:bodyPr>
                    <a:lstStyle/>
                    <a:p>
                      <a:r>
                        <a:rPr sz="1200"/>
                        <a:t>张铭浩</a:t>
                      </a:r>
                      <a:endParaRPr sz="1200"/>
                    </a:p>
                  </a:txBody>
                  <a:tcPr/>
                </a:tc>
                <a:tc>
                  <a:txBody>
                    <a:bodyPr wrap="square">
                      <a:spAutoFit/>
                    </a:bodyPr>
                    <a:lstStyle/>
                    <a:p>
                      <a:r>
                        <a:rPr sz="1200"/>
                        <a:t>数据库架构师</a:t>
                      </a:r>
                      <a:endParaRPr sz="1200"/>
                    </a:p>
                  </a:txBody>
                  <a:tcPr/>
                </a:tc>
                <a:tc>
                  <a:txBody>
                    <a:bodyPr wrap="square">
                      <a:spAutoFit/>
                    </a:bodyPr>
                    <a:lstStyle/>
                    <a:p>
                      <a:r>
                        <a:rPr sz="1200"/>
                        <a:t>数据库架构设计、表结构设计、性能优化、备份与恢复</a:t>
                      </a:r>
                      <a:endParaRPr sz="1200"/>
                    </a:p>
                  </a:txBody>
                  <a:tcPr/>
                </a:tc>
              </a:tr>
              <a:tr h="374072">
                <a:tc>
                  <a:txBody>
                    <a:bodyPr wrap="square">
                      <a:spAutoFit/>
                    </a:bodyPr>
                    <a:lstStyle/>
                    <a:p>
                      <a:r>
                        <a:rPr sz="1200"/>
                        <a:t>102301314</a:t>
                      </a:r>
                      <a:endParaRPr sz="1200"/>
                    </a:p>
                  </a:txBody>
                  <a:tcPr/>
                </a:tc>
                <a:tc>
                  <a:txBody>
                    <a:bodyPr wrap="square">
                      <a:spAutoFit/>
                    </a:bodyPr>
                    <a:lstStyle/>
                    <a:p>
                      <a:r>
                        <a:rPr sz="1200"/>
                        <a:t>张博凇</a:t>
                      </a:r>
                      <a:endParaRPr sz="1200"/>
                    </a:p>
                  </a:txBody>
                  <a:tcPr/>
                </a:tc>
                <a:tc>
                  <a:txBody>
                    <a:bodyPr wrap="square">
                      <a:spAutoFit/>
                    </a:bodyPr>
                    <a:lstStyle/>
                    <a:p>
                      <a:r>
                        <a:rPr sz="1200"/>
                        <a:t>前端组件开发</a:t>
                      </a:r>
                      <a:endParaRPr sz="1200"/>
                    </a:p>
                  </a:txBody>
                  <a:tcPr/>
                </a:tc>
                <a:tc>
                  <a:txBody>
                    <a:bodyPr wrap="square">
                      <a:spAutoFit/>
                    </a:bodyPr>
                    <a:lstStyle/>
                    <a:p>
                      <a:r>
                        <a:rPr sz="1200"/>
                        <a:t>通用 UI 组件库开发、组件文档与单元测试</a:t>
                      </a:r>
                      <a:endParaRPr sz="1200"/>
                    </a:p>
                  </a:txBody>
                  <a:tcPr/>
                </a:tc>
              </a:tr>
              <a:tr h="374072">
                <a:tc>
                  <a:txBody>
                    <a:bodyPr wrap="square">
                      <a:spAutoFit/>
                    </a:bodyPr>
                    <a:lstStyle/>
                    <a:p>
                      <a:r>
                        <a:rPr sz="1200"/>
                        <a:t>102301318</a:t>
                      </a:r>
                      <a:endParaRPr sz="1200"/>
                    </a:p>
                  </a:txBody>
                  <a:tcPr/>
                </a:tc>
                <a:tc>
                  <a:txBody>
                    <a:bodyPr wrap="square">
                      <a:spAutoFit/>
                    </a:bodyPr>
                    <a:lstStyle/>
                    <a:p>
                      <a:r>
                        <a:rPr sz="1200"/>
                        <a:t>杨垚</a:t>
                      </a:r>
                      <a:endParaRPr sz="1200"/>
                    </a:p>
                  </a:txBody>
                  <a:tcPr/>
                </a:tc>
                <a:tc>
                  <a:txBody>
                    <a:bodyPr wrap="square">
                      <a:spAutoFit/>
                    </a:bodyPr>
                    <a:lstStyle/>
                    <a:p>
                      <a:r>
                        <a:rPr sz="1200"/>
                        <a:t>前端组件开发</a:t>
                      </a:r>
                      <a:endParaRPr sz="1200"/>
                    </a:p>
                  </a:txBody>
                  <a:tcPr/>
                </a:tc>
                <a:tc>
                  <a:txBody>
                    <a:bodyPr wrap="square">
                      <a:spAutoFit/>
                    </a:bodyPr>
                    <a:lstStyle/>
                    <a:p>
                      <a:r>
                        <a:rPr sz="1200"/>
                        <a:t>战术板、资料库等核心页面开发与交互实现</a:t>
                      </a:r>
                      <a:endParaRPr sz="1200"/>
                    </a:p>
                  </a:txBody>
                  <a:tcPr/>
                </a:tc>
              </a:tr>
              <a:tr h="374072">
                <a:tc>
                  <a:txBody>
                    <a:bodyPr wrap="square">
                      <a:spAutoFit/>
                    </a:bodyPr>
                    <a:lstStyle/>
                    <a:p>
                      <a:r>
                        <a:rPr sz="1200"/>
                        <a:t>102301321</a:t>
                      </a:r>
                      <a:endParaRPr sz="1200"/>
                    </a:p>
                  </a:txBody>
                  <a:tcPr/>
                </a:tc>
                <a:tc>
                  <a:txBody>
                    <a:bodyPr wrap="square">
                      <a:spAutoFit/>
                    </a:bodyPr>
                    <a:lstStyle/>
                    <a:p>
                      <a:r>
                        <a:rPr sz="1200"/>
                        <a:t>吴颖哲</a:t>
                      </a:r>
                      <a:endParaRPr sz="1200"/>
                    </a:p>
                  </a:txBody>
                  <a:tcPr/>
                </a:tc>
                <a:tc>
                  <a:txBody>
                    <a:bodyPr wrap="square">
                      <a:spAutoFit/>
                    </a:bodyPr>
                    <a:lstStyle/>
                    <a:p>
                      <a:r>
                        <a:rPr sz="1200"/>
                        <a:t>UI 设计师兼前端主开发</a:t>
                      </a:r>
                      <a:endParaRPr sz="1200"/>
                    </a:p>
                  </a:txBody>
                  <a:tcPr/>
                </a:tc>
                <a:tc>
                  <a:txBody>
                    <a:bodyPr wrap="square">
                      <a:spAutoFit/>
                    </a:bodyPr>
                    <a:lstStyle/>
                    <a:p>
                      <a:r>
                        <a:rPr sz="1200"/>
                        <a:t>整体 UI 规范、原型图、核心页面开发与代码审查</a:t>
                      </a:r>
                      <a:endParaRPr sz="1200"/>
                    </a:p>
                  </a:txBody>
                  <a:tcPr/>
                </a:tc>
              </a:tr>
              <a:tr h="374072">
                <a:tc>
                  <a:txBody>
                    <a:bodyPr wrap="square">
                      <a:spAutoFit/>
                    </a:bodyPr>
                    <a:lstStyle/>
                    <a:p>
                      <a:r>
                        <a:rPr sz="1200"/>
                        <a:t>102301330</a:t>
                      </a:r>
                      <a:endParaRPr sz="1200"/>
                    </a:p>
                  </a:txBody>
                  <a:tcPr/>
                </a:tc>
                <a:tc>
                  <a:txBody>
                    <a:bodyPr wrap="square">
                      <a:spAutoFit/>
                    </a:bodyPr>
                    <a:lstStyle/>
                    <a:p>
                      <a:r>
                        <a:rPr sz="1200"/>
                        <a:t>李坤伟</a:t>
                      </a:r>
                      <a:endParaRPr sz="1200"/>
                    </a:p>
                  </a:txBody>
                  <a:tcPr/>
                </a:tc>
                <a:tc>
                  <a:txBody>
                    <a:bodyPr wrap="square">
                      <a:spAutoFit/>
                    </a:bodyPr>
                    <a:lstStyle/>
                    <a:p>
                      <a:r>
                        <a:rPr sz="1200"/>
                        <a:t>前端组件开发</a:t>
                      </a:r>
                      <a:endParaRPr sz="1200"/>
                    </a:p>
                  </a:txBody>
                  <a:tcPr/>
                </a:tc>
                <a:tc>
                  <a:txBody>
                    <a:bodyPr wrap="square">
                      <a:spAutoFit/>
                    </a:bodyPr>
                    <a:lstStyle/>
                    <a:p>
                      <a:r>
                        <a:rPr sz="1200"/>
                        <a:t>AI 问答、用户中心等功能页面开发与性能优化</a:t>
                      </a:r>
                      <a:endParaRPr sz="1200"/>
                    </a:p>
                  </a:txBody>
                  <a:tcPr/>
                </a:tc>
              </a:tr>
              <a:tr h="374072">
                <a:tc>
                  <a:txBody>
                    <a:bodyPr wrap="square">
                      <a:spAutoFit/>
                    </a:bodyPr>
                    <a:lstStyle/>
                    <a:p>
                      <a:r>
                        <a:rPr sz="1200"/>
                        <a:t>102301331</a:t>
                      </a:r>
                      <a:endParaRPr sz="1200"/>
                    </a:p>
                  </a:txBody>
                  <a:tcPr/>
                </a:tc>
                <a:tc>
                  <a:txBody>
                    <a:bodyPr wrap="square">
                      <a:spAutoFit/>
                    </a:bodyPr>
                    <a:lstStyle/>
                    <a:p>
                      <a:r>
                        <a:rPr sz="1200"/>
                        <a:t>李鸿洋</a:t>
                      </a:r>
                      <a:endParaRPr sz="1200"/>
                    </a:p>
                  </a:txBody>
                  <a:tcPr/>
                </a:tc>
                <a:tc>
                  <a:txBody>
                    <a:bodyPr wrap="square">
                      <a:spAutoFit/>
                    </a:bodyPr>
                    <a:lstStyle/>
                    <a:p>
                      <a:r>
                        <a:rPr sz="1200"/>
                        <a:t>后端工程师</a:t>
                      </a:r>
                      <a:endParaRPr sz="1200"/>
                    </a:p>
                  </a:txBody>
                  <a:tcPr/>
                </a:tc>
                <a:tc>
                  <a:txBody>
                    <a:bodyPr wrap="square">
                      <a:spAutoFit/>
                    </a:bodyPr>
                    <a:lstStyle/>
                    <a:p>
                      <a:r>
                        <a:rPr sz="1200"/>
                        <a:t>游戏资料库 API、数据查询与搜索逻辑实现</a:t>
                      </a:r>
                      <a:endParaRPr sz="1200"/>
                    </a:p>
                  </a:txBody>
                  <a:tcPr/>
                </a:tc>
              </a:tr>
              <a:tr h="374072">
                <a:tc>
                  <a:txBody>
                    <a:bodyPr wrap="square">
                      <a:spAutoFit/>
                    </a:bodyPr>
                    <a:lstStyle/>
                    <a:p>
                      <a:r>
                        <a:rPr sz="1200"/>
                        <a:t>102301332</a:t>
                      </a:r>
                      <a:endParaRPr sz="1200"/>
                    </a:p>
                  </a:txBody>
                  <a:tcPr/>
                </a:tc>
                <a:tc>
                  <a:txBody>
                    <a:bodyPr wrap="square">
                      <a:spAutoFit/>
                    </a:bodyPr>
                    <a:lstStyle/>
                    <a:p>
                      <a:r>
                        <a:rPr sz="1200"/>
                        <a:t>柯鸿斌</a:t>
                      </a:r>
                      <a:endParaRPr sz="1200"/>
                    </a:p>
                  </a:txBody>
                  <a:tcPr/>
                </a:tc>
                <a:tc>
                  <a:txBody>
                    <a:bodyPr wrap="square">
                      <a:spAutoFit/>
                    </a:bodyPr>
                    <a:lstStyle/>
                    <a:p>
                      <a:r>
                        <a:rPr sz="1200"/>
                        <a:t>后端工程师</a:t>
                      </a:r>
                      <a:endParaRPr sz="1200"/>
                    </a:p>
                  </a:txBody>
                  <a:tcPr/>
                </a:tc>
                <a:tc>
                  <a:txBody>
                    <a:bodyPr wrap="square">
                      <a:spAutoFit/>
                    </a:bodyPr>
                    <a:lstStyle/>
                    <a:p>
                      <a:r>
                        <a:rPr sz="1200"/>
                        <a:t>用户系统、认证授权（如 SaToken）、AI 问答接口</a:t>
                      </a:r>
                      <a:endParaRPr sz="1200"/>
                    </a:p>
                  </a:txBody>
                  <a:tcPr/>
                </a:tc>
              </a:tr>
              <a:tr h="374072">
                <a:tc>
                  <a:txBody>
                    <a:bodyPr wrap="square">
                      <a:spAutoFit/>
                    </a:bodyPr>
                    <a:lstStyle/>
                    <a:p>
                      <a:r>
                        <a:rPr sz="1200"/>
                        <a:t>102301333</a:t>
                      </a:r>
                      <a:endParaRPr sz="1200"/>
                    </a:p>
                  </a:txBody>
                  <a:tcPr/>
                </a:tc>
                <a:tc>
                  <a:txBody>
                    <a:bodyPr wrap="square">
                      <a:spAutoFit/>
                    </a:bodyPr>
                    <a:lstStyle/>
                    <a:p>
                      <a:r>
                        <a:rPr sz="1200"/>
                        <a:t>江文博</a:t>
                      </a:r>
                      <a:endParaRPr sz="1200"/>
                    </a:p>
                  </a:txBody>
                  <a:tcPr/>
                </a:tc>
                <a:tc>
                  <a:txBody>
                    <a:bodyPr wrap="square">
                      <a:spAutoFit/>
                    </a:bodyPr>
                    <a:lstStyle/>
                    <a:p>
                      <a:r>
                        <a:rPr sz="1200"/>
                        <a:t>项目经理</a:t>
                      </a:r>
                      <a:endParaRPr sz="1200"/>
                    </a:p>
                  </a:txBody>
                  <a:tcPr/>
                </a:tc>
                <a:tc>
                  <a:txBody>
                    <a:bodyPr wrap="square">
                      <a:spAutoFit/>
                    </a:bodyPr>
                    <a:lstStyle/>
                    <a:p>
                      <a:r>
                        <a:rPr sz="1200"/>
                        <a:t>项目计划制定、进度跟踪、风险管理、答辩材料准备</a:t>
                      </a:r>
                      <a:endParaRPr sz="1200"/>
                    </a:p>
                  </a:txBody>
                  <a:tcPr/>
                </a:tc>
              </a:tr>
              <a:tr h="374072">
                <a:tc>
                  <a:txBody>
                    <a:bodyPr wrap="square">
                      <a:spAutoFit/>
                    </a:bodyPr>
                    <a:lstStyle/>
                    <a:p>
                      <a:r>
                        <a:rPr sz="1200"/>
                        <a:t>102301334</a:t>
                      </a:r>
                      <a:endParaRPr sz="1200"/>
                    </a:p>
                  </a:txBody>
                  <a:tcPr/>
                </a:tc>
                <a:tc>
                  <a:txBody>
                    <a:bodyPr wrap="square">
                      <a:spAutoFit/>
                    </a:bodyPr>
                    <a:lstStyle/>
                    <a:p>
                      <a:r>
                        <a:rPr sz="1200"/>
                        <a:t>黄伟圣</a:t>
                      </a:r>
                      <a:endParaRPr sz="1200"/>
                    </a:p>
                  </a:txBody>
                  <a:tcPr/>
                </a:tc>
                <a:tc>
                  <a:txBody>
                    <a:bodyPr wrap="square">
                      <a:spAutoFit/>
                    </a:bodyPr>
                    <a:lstStyle/>
                    <a:p>
                      <a:r>
                        <a:rPr sz="1200"/>
                        <a:t>数据扩展工程师</a:t>
                      </a:r>
                      <a:endParaRPr sz="1200"/>
                    </a:p>
                  </a:txBody>
                  <a:tcPr/>
                </a:tc>
                <a:tc>
                  <a:txBody>
                    <a:bodyPr wrap="square">
                      <a:spAutoFit/>
                    </a:bodyPr>
                    <a:lstStyle/>
                    <a:p>
                      <a:r>
                        <a:rPr sz="1200"/>
                        <a:t>英雄/地图/武器数据收集、清洗与扩展</a:t>
                      </a:r>
                      <a:endParaRPr sz="1200"/>
                    </a:p>
                  </a:txBody>
                  <a:tcPr/>
                </a:tc>
              </a:tr>
              <a:tr h="374080">
                <a:tc>
                  <a:txBody>
                    <a:bodyPr wrap="square">
                      <a:spAutoFit/>
                    </a:bodyPr>
                    <a:lstStyle/>
                    <a:p>
                      <a:r>
                        <a:rPr sz="1200"/>
                        <a:t>112301521</a:t>
                      </a:r>
                      <a:endParaRPr sz="1200"/>
                    </a:p>
                  </a:txBody>
                  <a:tcPr/>
                </a:tc>
                <a:tc>
                  <a:txBody>
                    <a:bodyPr wrap="square">
                      <a:spAutoFit/>
                    </a:bodyPr>
                    <a:lstStyle/>
                    <a:p>
                      <a:r>
                        <a:rPr sz="1200"/>
                        <a:t>翁小燚</a:t>
                      </a:r>
                      <a:endParaRPr sz="1200"/>
                    </a:p>
                  </a:txBody>
                  <a:tcPr/>
                </a:tc>
                <a:tc>
                  <a:txBody>
                    <a:bodyPr wrap="square">
                      <a:spAutoFit/>
                    </a:bodyPr>
                    <a:lstStyle/>
                    <a:p>
                      <a:r>
                        <a:rPr sz="1200"/>
                        <a:t>测试与文档工程师</a:t>
                      </a:r>
                      <a:endParaRPr sz="1200"/>
                    </a:p>
                  </a:txBody>
                  <a:tcPr/>
                </a:tc>
                <a:tc>
                  <a:txBody>
                    <a:bodyPr wrap="square">
                      <a:spAutoFit/>
                    </a:bodyPr>
                    <a:lstStyle/>
                    <a:p>
                      <a:r>
                        <a:rPr sz="1200"/>
                        <a:t>测试用例设计、功能/性能测试、项目文档撰写</a:t>
                      </a:r>
                      <a:endParaRPr sz="1200"/>
                    </a:p>
                  </a:txBody>
                  <a:tcPr/>
                </a:tc>
              </a:tr>
            </a:tbl>
          </a:graphicData>
        </a:graphic>
      </p:graphicFrame>
      <p:sp>
        <p:nvSpPr>
          <p:cNvPr id="6" name="标题 5"/>
          <p:cNvSpPr>
            <a:spLocks noGrp="1"/>
          </p:cNvSpPr>
          <p:nvPr>
            <p:ph type="title"/>
            <p:custDataLst>
              <p:tags r:id="rId2"/>
            </p:custDataLst>
          </p:nvPr>
        </p:nvSpPr>
        <p:spPr>
          <a:xfrm>
            <a:off x="521970" y="239395"/>
            <a:ext cx="8100060" cy="840740"/>
          </a:xfrm>
        </p:spPr>
        <p:txBody>
          <a:bodyPr vert="horz" wrap="square" lIns="0" tIns="0" rIns="0" bIns="0" rtlCol="0" anchor="b">
            <a:normAutofit/>
          </a:bodyPr>
          <a:lstStyle/>
          <a:p>
            <a:pPr lvl="0" algn="l">
              <a:buClrTx/>
              <a:buSzTx/>
              <a:buFontTx/>
            </a:pPr>
            <a:r>
              <a:rPr lang="en-US" altLang="zh-CN" dirty="0">
                <a:sym typeface="+mn-ea"/>
              </a:rPr>
              <a:t> </a:t>
            </a:r>
            <a:r>
              <a:rPr lang="zh-CN" altLang="en-US" dirty="0">
                <a:sym typeface="+mn-ea"/>
              </a:rPr>
              <a:t>一、项目的成员分工和预期计划</a:t>
            </a:r>
            <a:br>
              <a:rPr lang="zh-CN" altLang="en-US" dirty="0">
                <a:sym typeface="+mn-ea"/>
              </a:rPr>
            </a:br>
            <a:r>
              <a:rPr lang="zh-CN" altLang="en-US" dirty="0">
                <a:sym typeface="+mn-ea"/>
              </a:rPr>
              <a:t>项目成员分工一览</a:t>
            </a:r>
            <a:endParaRPr lang="zh-CN" altLang="en-US" dirty="0">
              <a:sym typeface="+mn-ea"/>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标题 7"/>
          <p:cNvSpPr>
            <a:spLocks noGrp="1"/>
          </p:cNvSpPr>
          <p:nvPr>
            <p:ph type="title"/>
            <p:custDataLst>
              <p:tags r:id="rId1"/>
            </p:custDataLst>
          </p:nvPr>
        </p:nvSpPr>
        <p:spPr/>
        <p:txBody>
          <a:bodyPr vert="horz" wrap="square" lIns="0" tIns="0" rIns="0" bIns="0" rtlCol="0" anchor="b">
            <a:normAutofit/>
          </a:bodyPr>
          <a:lstStyle/>
          <a:p>
            <a:pPr lvl="0" algn="l">
              <a:buClrTx/>
              <a:buSzTx/>
              <a:buFontTx/>
            </a:pPr>
            <a:r>
              <a:rPr lang="zh-CN" altLang="en-US" dirty="0">
                <a:sym typeface="+mn-ea"/>
              </a:rPr>
              <a:t>二、项目预期计划（第</a:t>
            </a:r>
            <a:r>
              <a:rPr lang="zh-CN" altLang="en-US" dirty="0">
                <a:sym typeface="+mn-ea"/>
              </a:rPr>
              <a:t> 12–14 </a:t>
            </a:r>
            <a:r>
              <a:rPr lang="zh-CN" altLang="en-US" dirty="0">
                <a:sym typeface="+mn-ea"/>
              </a:rPr>
              <a:t>周）</a:t>
            </a:r>
            <a:endParaRPr lang="zh-CN" altLang="en-US" dirty="0">
              <a:sym typeface="+mn-ea"/>
            </a:endParaRPr>
          </a:p>
        </p:txBody>
      </p:sp>
      <p:sp>
        <p:nvSpPr>
          <p:cNvPr id="5" name="Content Placeholder 2"/>
          <p:cNvSpPr>
            <a:spLocks noGrp="1"/>
          </p:cNvSpPr>
          <p:nvPr>
            <p:custDataLst>
              <p:tags r:id="rId2"/>
            </p:custDataLst>
          </p:nvPr>
        </p:nvSpPr>
        <p:spPr>
          <a:xfrm>
            <a:off x="521970" y="1254124"/>
            <a:ext cx="8100000" cy="4873625"/>
          </a:xfrm>
          <a:prstGeom prst="rect">
            <a:avLst/>
          </a:prstGeom>
        </p:spPr>
        <p:txBody>
          <a:bodyPr vert="horz" wrap="square" lIns="91440" tIns="45720" rIns="91440" bIns="45720" rtlCol="0">
            <a:norm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buNone/>
            </a:pPr>
            <a:r>
              <a:rPr sz="1600">
                <a:solidFill>
                  <a:schemeClr val="tx1"/>
                </a:solidFill>
              </a:rPr>
              <a:t>第 12 周：核心功能开发</a:t>
            </a:r>
            <a:endParaRPr sz="1600">
              <a:solidFill>
                <a:schemeClr val="tx1"/>
              </a:solidFill>
            </a:endParaRPr>
          </a:p>
          <a:p>
            <a:pPr marL="0" indent="0">
              <a:buNone/>
            </a:pPr>
            <a:r>
              <a:rPr sz="1600">
                <a:solidFill>
                  <a:schemeClr val="tx1"/>
                </a:solidFill>
              </a:rPr>
              <a:t>完成战术板 Canvas 绘制框架、基础图形工具、</a:t>
            </a:r>
            <a:r>
              <a:rPr lang="zh-CN" sz="1600">
                <a:solidFill>
                  <a:schemeClr val="tx1"/>
                </a:solidFill>
              </a:rPr>
              <a:t>序列表功能</a:t>
            </a:r>
            <a:endParaRPr sz="1600">
              <a:solidFill>
                <a:schemeClr val="tx1"/>
              </a:solidFill>
            </a:endParaRPr>
          </a:p>
          <a:p>
            <a:pPr marL="0" indent="0">
              <a:buNone/>
            </a:pPr>
            <a:r>
              <a:rPr sz="1600">
                <a:solidFill>
                  <a:schemeClr val="tx1"/>
                </a:solidFill>
              </a:rPr>
              <a:t>搭建游戏资料库表结构与英雄/地图/武器 API</a:t>
            </a:r>
            <a:endParaRPr sz="1600">
              <a:solidFill>
                <a:schemeClr val="tx1"/>
              </a:solidFill>
            </a:endParaRPr>
          </a:p>
          <a:p>
            <a:pPr marL="0" indent="0">
              <a:buNone/>
            </a:pPr>
            <a:endParaRPr sz="1600">
              <a:solidFill>
                <a:schemeClr val="tx1"/>
              </a:solidFill>
            </a:endParaRPr>
          </a:p>
          <a:p>
            <a:pPr marL="0" indent="0">
              <a:buNone/>
            </a:pPr>
            <a:r>
              <a:rPr sz="1600">
                <a:solidFill>
                  <a:schemeClr val="tx1"/>
                </a:solidFill>
              </a:rPr>
              <a:t>第 13 周：数据完善 + AI 对话功能</a:t>
            </a:r>
            <a:endParaRPr sz="1600">
              <a:solidFill>
                <a:schemeClr val="tx1"/>
              </a:solidFill>
            </a:endParaRPr>
          </a:p>
          <a:p>
            <a:pPr marL="0" indent="0">
              <a:buNone/>
            </a:pPr>
            <a:r>
              <a:rPr sz="1600">
                <a:solidFill>
                  <a:schemeClr val="tx1"/>
                </a:solidFill>
              </a:rPr>
              <a:t>补充英雄、地图、武器完整数据并优化查询与缓存</a:t>
            </a:r>
            <a:r>
              <a:rPr lang="zh-CN" sz="1600">
                <a:solidFill>
                  <a:schemeClr val="tx1"/>
                </a:solidFill>
              </a:rPr>
              <a:t>。</a:t>
            </a:r>
            <a:endParaRPr sz="1600">
              <a:solidFill>
                <a:schemeClr val="tx1"/>
              </a:solidFill>
            </a:endParaRPr>
          </a:p>
          <a:p>
            <a:pPr marL="0" indent="0">
              <a:buNone/>
            </a:pPr>
            <a:r>
              <a:rPr sz="1600">
                <a:solidFill>
                  <a:schemeClr val="tx1"/>
                </a:solidFill>
              </a:rPr>
              <a:t>集成 AI 问答，支持对话历史</a:t>
            </a:r>
            <a:r>
              <a:rPr lang="zh-CN" sz="1600">
                <a:solidFill>
                  <a:schemeClr val="tx1"/>
                </a:solidFill>
              </a:rPr>
              <a:t>。</a:t>
            </a:r>
            <a:endParaRPr sz="1600">
              <a:solidFill>
                <a:schemeClr val="tx1"/>
              </a:solidFill>
            </a:endParaRPr>
          </a:p>
          <a:p>
            <a:pPr marL="0" indent="0">
              <a:buNone/>
            </a:pPr>
            <a:r>
              <a:rPr sz="1600">
                <a:solidFill>
                  <a:schemeClr val="tx1"/>
                </a:solidFill>
              </a:rPr>
              <a:t>完善战术板高级功能</a:t>
            </a:r>
            <a:r>
              <a:rPr lang="zh-CN" sz="1600">
                <a:solidFill>
                  <a:schemeClr val="tx1"/>
                </a:solidFill>
              </a:rPr>
              <a:t>与战术板保存功能</a:t>
            </a:r>
            <a:endParaRPr sz="1600">
              <a:solidFill>
                <a:schemeClr val="tx1"/>
              </a:solidFill>
            </a:endParaRPr>
          </a:p>
          <a:p>
            <a:endParaRPr sz="1600">
              <a:solidFill>
                <a:schemeClr val="tx1"/>
              </a:solidFill>
            </a:endParaRPr>
          </a:p>
          <a:p>
            <a:pPr marL="0" indent="0">
              <a:buNone/>
            </a:pPr>
            <a:r>
              <a:rPr sz="1600">
                <a:solidFill>
                  <a:schemeClr val="tx1"/>
                </a:solidFill>
              </a:rPr>
              <a:t>第 14 周：Debug、部署与 UI 优化</a:t>
            </a:r>
            <a:endParaRPr sz="1600">
              <a:solidFill>
                <a:schemeClr val="tx1"/>
              </a:solidFill>
            </a:endParaRPr>
          </a:p>
          <a:p>
            <a:pPr marL="0" indent="0">
              <a:buNone/>
            </a:pPr>
            <a:r>
              <a:rPr sz="1600">
                <a:solidFill>
                  <a:schemeClr val="tx1"/>
                </a:solidFill>
              </a:rPr>
              <a:t>全面系统测试与性能、安全测试</a:t>
            </a:r>
            <a:endParaRPr sz="1600">
              <a:solidFill>
                <a:schemeClr val="tx1"/>
              </a:solidFill>
            </a:endParaRPr>
          </a:p>
          <a:p>
            <a:pPr marL="0" indent="0">
              <a:buNone/>
            </a:pPr>
            <a:r>
              <a:rPr lang="zh-CN" sz="1600">
                <a:solidFill>
                  <a:schemeClr val="tx1"/>
                </a:solidFill>
              </a:rPr>
              <a:t>优化</a:t>
            </a:r>
            <a:r>
              <a:rPr lang="en-US" altLang="zh-CN" sz="1600">
                <a:solidFill>
                  <a:schemeClr val="tx1"/>
                </a:solidFill>
              </a:rPr>
              <a:t>UI</a:t>
            </a:r>
            <a:endParaRPr sz="1600">
              <a:solidFill>
                <a:schemeClr val="tx1"/>
              </a:solidFill>
            </a:endParaRPr>
          </a:p>
          <a:p>
            <a:pPr marL="0" indent="0">
              <a:buNone/>
            </a:pPr>
            <a:r>
              <a:rPr sz="1600">
                <a:solidFill>
                  <a:schemeClr val="tx1"/>
                </a:solidFill>
              </a:rPr>
              <a:t>准备生产环境、部署应用、完善文档并准备答辩</a:t>
            </a:r>
            <a:endParaRPr sz="1600">
              <a:solidFill>
                <a:schemeClr val="tx1"/>
              </a:solidFill>
            </a:endParaRPr>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标题 6"/>
          <p:cNvSpPr>
            <a:spLocks noGrp="1"/>
          </p:cNvSpPr>
          <p:nvPr>
            <p:ph type="title"/>
            <p:custDataLst>
              <p:tags r:id="rId1"/>
            </p:custDataLst>
          </p:nvPr>
        </p:nvSpPr>
        <p:spPr/>
        <p:txBody>
          <a:bodyPr vert="horz" wrap="square" lIns="0" tIns="0" rIns="0" bIns="0" rtlCol="0" anchor="b">
            <a:normAutofit/>
          </a:bodyPr>
          <a:lstStyle/>
          <a:p>
            <a:pPr lvl="0" algn="l">
              <a:buClrTx/>
              <a:buSzTx/>
              <a:buFontTx/>
            </a:pPr>
            <a:r>
              <a:rPr lang="zh-CN" altLang="en-US" dirty="0">
                <a:sym typeface="+mn-ea"/>
              </a:rPr>
              <a:t>二、项目实际进度曲线与燃尽图</a:t>
            </a:r>
            <a:endParaRPr lang="zh-CN" altLang="en-US" dirty="0">
              <a:sym typeface="+mn-ea"/>
            </a:endParaRPr>
          </a:p>
        </p:txBody>
      </p:sp>
      <p:sp>
        <p:nvSpPr>
          <p:cNvPr id="8" name="内容占位符 7"/>
          <p:cNvSpPr>
            <a:spLocks noGrp="1"/>
          </p:cNvSpPr>
          <p:nvPr>
            <p:ph idx="1"/>
            <p:custDataLst>
              <p:tags r:id="rId2"/>
            </p:custDataLst>
          </p:nvPr>
        </p:nvSpPr>
        <p:spPr/>
        <p:txBody>
          <a:bodyPr/>
          <a:p>
            <a:endParaRPr lang="zh-CN" altLang="en-US"/>
          </a:p>
        </p:txBody>
      </p:sp>
      <p:sp>
        <p:nvSpPr>
          <p:cNvPr id="3" name="TextBox 2"/>
          <p:cNvSpPr txBox="1"/>
          <p:nvPr>
            <p:custDataLst>
              <p:tags r:id="rId3"/>
            </p:custDataLst>
          </p:nvPr>
        </p:nvSpPr>
        <p:spPr>
          <a:xfrm>
            <a:off x="521970" y="1301749"/>
            <a:ext cx="8100000" cy="4873625"/>
          </a:xfrm>
          <a:prstGeom prst="rect">
            <a:avLst/>
          </a:prstGeom>
          <a:noFill/>
        </p:spPr>
        <p:txBody>
          <a:bodyPr wrap="square">
            <a:normAutofit/>
          </a:bodyPr>
          <a:lstStyle/>
          <a:p>
            <a:endParaRPr sz="1800">
              <a:solidFill>
                <a:schemeClr val="tx1"/>
              </a:solidFill>
            </a:endParaRPr>
          </a:p>
          <a:p>
            <a:r>
              <a:rPr sz="1800">
                <a:solidFill>
                  <a:schemeClr val="tx1"/>
                </a:solidFill>
              </a:rPr>
              <a:t>• 项目实际进度曲线</a:t>
            </a:r>
            <a:endParaRPr sz="1800">
              <a:solidFill>
                <a:schemeClr val="tx1"/>
              </a:solidFill>
            </a:endParaRPr>
          </a:p>
          <a:p>
            <a:r>
              <a:rPr sz="1800">
                <a:solidFill>
                  <a:schemeClr val="tx1"/>
                </a:solidFill>
              </a:rPr>
              <a:t>• 燃尽图</a:t>
            </a:r>
            <a:endParaRPr sz="1800">
              <a:solidFill>
                <a:schemeClr val="tx1"/>
              </a:solidFill>
            </a:endParaRPr>
          </a:p>
          <a:p>
            <a:endParaRPr sz="1800">
              <a:solidFill>
                <a:schemeClr val="tx1"/>
              </a:solidFill>
            </a:endParaRPr>
          </a:p>
        </p:txBody>
      </p:sp>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标题 7"/>
          <p:cNvSpPr>
            <a:spLocks noGrp="1"/>
          </p:cNvSpPr>
          <p:nvPr>
            <p:ph type="title"/>
            <p:custDataLst>
              <p:tags r:id="rId1"/>
            </p:custDataLst>
          </p:nvPr>
        </p:nvSpPr>
        <p:spPr/>
        <p:txBody>
          <a:bodyPr vert="horz" wrap="square" lIns="0" tIns="0" rIns="0" bIns="0" rtlCol="0" anchor="b">
            <a:normAutofit/>
          </a:bodyPr>
          <a:lstStyle/>
          <a:p>
            <a:pPr lvl="0" algn="l">
              <a:buClrTx/>
              <a:buSzTx/>
              <a:buFontTx/>
            </a:pPr>
            <a:r>
              <a:rPr lang="zh-CN" altLang="en-US" dirty="0">
                <a:sym typeface="+mn-ea"/>
              </a:rPr>
              <a:t>三、典型问题与解决方案</a:t>
            </a:r>
            <a:endParaRPr lang="zh-CN" altLang="en-US" dirty="0">
              <a:sym typeface="+mn-ea"/>
            </a:endParaRPr>
          </a:p>
        </p:txBody>
      </p:sp>
      <p:sp>
        <p:nvSpPr>
          <p:cNvPr id="5" name="Content Placeholder 2"/>
          <p:cNvSpPr>
            <a:spLocks noGrp="1"/>
          </p:cNvSpPr>
          <p:nvPr>
            <p:custDataLst>
              <p:tags r:id="rId2"/>
            </p:custDataLst>
          </p:nvPr>
        </p:nvSpPr>
        <p:spPr>
          <a:xfrm>
            <a:off x="407670" y="1240154"/>
            <a:ext cx="8100000" cy="4873625"/>
          </a:xfrm>
          <a:prstGeom prst="rect">
            <a:avLst/>
          </a:prstGeom>
        </p:spPr>
        <p:txBody>
          <a:bodyPr vert="horz" wrap="square" lIns="91440" tIns="45720" rIns="91440" bIns="45720" rtlCol="0">
            <a:norm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buNone/>
            </a:pPr>
            <a:r>
              <a:rPr sz="1600">
                <a:solidFill>
                  <a:schemeClr val="tx1"/>
                </a:solidFill>
              </a:rPr>
              <a:t>问题 1：战术板 Canvas </a:t>
            </a:r>
            <a:r>
              <a:rPr lang="zh-CN" sz="1600">
                <a:solidFill>
                  <a:schemeClr val="tx1"/>
                </a:solidFill>
              </a:rPr>
              <a:t>画线功能</a:t>
            </a:r>
            <a:r>
              <a:rPr sz="1600">
                <a:solidFill>
                  <a:schemeClr val="tx1"/>
                </a:solidFill>
              </a:rPr>
              <a:t>绘制问题</a:t>
            </a:r>
            <a:endParaRPr sz="1600">
              <a:solidFill>
                <a:schemeClr val="tx1"/>
              </a:solidFill>
            </a:endParaRPr>
          </a:p>
          <a:p>
            <a:pPr marL="0" indent="0">
              <a:buNone/>
            </a:pPr>
            <a:r>
              <a:rPr sz="1600">
                <a:solidFill>
                  <a:schemeClr val="tx1"/>
                </a:solidFill>
              </a:rPr>
              <a:t>• 现象：</a:t>
            </a:r>
            <a:r>
              <a:rPr lang="zh-CN" sz="1600">
                <a:solidFill>
                  <a:schemeClr val="tx1"/>
                </a:solidFill>
              </a:rPr>
              <a:t>使用战术板进行绘制功能时线条无法显示</a:t>
            </a:r>
            <a:endParaRPr sz="1600">
              <a:solidFill>
                <a:schemeClr val="tx1"/>
              </a:solidFill>
            </a:endParaRPr>
          </a:p>
          <a:p>
            <a:pPr marL="0" indent="0">
              <a:buNone/>
            </a:pPr>
            <a:r>
              <a:rPr sz="1600">
                <a:solidFill>
                  <a:schemeClr val="tx1"/>
                </a:solidFill>
              </a:rPr>
              <a:t>• 原因：</a:t>
            </a:r>
            <a:r>
              <a:rPr lang="zh-CN" sz="1600">
                <a:solidFill>
                  <a:schemeClr val="tx1"/>
                </a:solidFill>
              </a:rPr>
              <a:t>项目采用</a:t>
            </a:r>
            <a:r>
              <a:rPr lang="en-US" altLang="zh-CN" sz="1600">
                <a:solidFill>
                  <a:schemeClr val="tx1"/>
                </a:solidFill>
              </a:rPr>
              <a:t>UnityUI</a:t>
            </a:r>
            <a:r>
              <a:rPr lang="zh-CN" altLang="en-US" sz="1600">
                <a:solidFill>
                  <a:schemeClr val="tx1"/>
                </a:solidFill>
              </a:rPr>
              <a:t>框架，无法与</a:t>
            </a:r>
            <a:r>
              <a:rPr lang="en-US" altLang="zh-CN" sz="1600">
                <a:solidFill>
                  <a:schemeClr val="tx1"/>
                </a:solidFill>
              </a:rPr>
              <a:t>LineRendenrer</a:t>
            </a:r>
            <a:r>
              <a:rPr lang="zh-CN" altLang="en-US" sz="1600">
                <a:solidFill>
                  <a:schemeClr val="tx1"/>
                </a:solidFill>
              </a:rPr>
              <a:t>组件兼容</a:t>
            </a:r>
            <a:endParaRPr sz="1600">
              <a:solidFill>
                <a:schemeClr val="tx1"/>
              </a:solidFill>
            </a:endParaRPr>
          </a:p>
          <a:p>
            <a:pPr marL="0" indent="0">
              <a:buNone/>
            </a:pPr>
            <a:r>
              <a:rPr sz="1600">
                <a:solidFill>
                  <a:schemeClr val="tx1"/>
                </a:solidFill>
              </a:rPr>
              <a:t>• 解决：</a:t>
            </a:r>
            <a:r>
              <a:rPr lang="zh-CN" sz="1600">
                <a:solidFill>
                  <a:schemeClr val="tx1"/>
                </a:solidFill>
              </a:rPr>
              <a:t>牺牲一定线条美观性，采用生成</a:t>
            </a:r>
            <a:r>
              <a:rPr lang="en-US" altLang="zh-CN" sz="1600">
                <a:solidFill>
                  <a:schemeClr val="tx1"/>
                </a:solidFill>
              </a:rPr>
              <a:t>Image</a:t>
            </a:r>
            <a:r>
              <a:rPr lang="zh-CN" altLang="en-US" sz="1600">
                <a:solidFill>
                  <a:schemeClr val="tx1"/>
                </a:solidFill>
              </a:rPr>
              <a:t>预制体的方式绘制线条</a:t>
            </a:r>
            <a:endParaRPr lang="zh-CN" altLang="en-US" sz="1600">
              <a:solidFill>
                <a:schemeClr val="tx1"/>
              </a:solidFill>
            </a:endParaRPr>
          </a:p>
          <a:p>
            <a:pPr marL="0" indent="0">
              <a:buNone/>
            </a:pPr>
            <a:endParaRPr sz="1600">
              <a:solidFill>
                <a:schemeClr val="tx1"/>
              </a:solidFill>
            </a:endParaRPr>
          </a:p>
          <a:p>
            <a:endParaRPr sz="1600">
              <a:solidFill>
                <a:schemeClr val="tx1"/>
              </a:solidFill>
            </a:endParaRPr>
          </a:p>
          <a:p>
            <a:endParaRPr sz="1600">
              <a:solidFill>
                <a:schemeClr val="tx1"/>
              </a:solidFill>
            </a:endParaRPr>
          </a:p>
          <a:p>
            <a:pPr marL="0" indent="0">
              <a:buNone/>
            </a:pPr>
            <a:endParaRPr sz="1600">
              <a:solidFill>
                <a:schemeClr val="tx1"/>
              </a:solidFill>
            </a:endParaRPr>
          </a:p>
        </p:txBody>
      </p:sp>
      <p:pic>
        <p:nvPicPr>
          <p:cNvPr id="15" name="图片 14" descr="QQ_1764341133793"/>
          <p:cNvPicPr>
            <a:picLocks noChangeAspect="1"/>
          </p:cNvPicPr>
          <p:nvPr/>
        </p:nvPicPr>
        <p:blipFill>
          <a:blip r:embed="rId3"/>
          <a:stretch>
            <a:fillRect/>
          </a:stretch>
        </p:blipFill>
        <p:spPr>
          <a:xfrm>
            <a:off x="521970" y="2618105"/>
            <a:ext cx="4950460" cy="2691130"/>
          </a:xfrm>
          <a:prstGeom prst="rect">
            <a:avLst/>
          </a:prstGeom>
        </p:spPr>
      </p:pic>
      <p:sp>
        <p:nvSpPr>
          <p:cNvPr id="17" name="文本框 16"/>
          <p:cNvSpPr txBox="1"/>
          <p:nvPr/>
        </p:nvSpPr>
        <p:spPr>
          <a:xfrm>
            <a:off x="5760085" y="3061970"/>
            <a:ext cx="2295525" cy="1198880"/>
          </a:xfrm>
          <a:prstGeom prst="rect">
            <a:avLst/>
          </a:prstGeom>
          <a:noFill/>
        </p:spPr>
        <p:txBody>
          <a:bodyPr wrap="square" rtlCol="0">
            <a:spAutoFit/>
          </a:bodyPr>
          <a:p>
            <a:r>
              <a:rPr lang="en-US" altLang="zh-CN"/>
              <a:t>CreateJoint</a:t>
            </a:r>
            <a:r>
              <a:rPr lang="zh-CN" altLang="en-US"/>
              <a:t>与</a:t>
            </a:r>
            <a:r>
              <a:rPr lang="en-US" altLang="zh-CN"/>
              <a:t>CreateSegment</a:t>
            </a:r>
            <a:r>
              <a:rPr lang="zh-CN" altLang="en-US"/>
              <a:t>生成的图像</a:t>
            </a:r>
            <a:r>
              <a:rPr lang="en-US" altLang="zh-CN"/>
              <a:t>(Image)</a:t>
            </a:r>
            <a:r>
              <a:rPr lang="zh-CN" altLang="en-US"/>
              <a:t>构成</a:t>
            </a:r>
            <a:r>
              <a:rPr lang="zh-CN" altLang="en-US"/>
              <a:t>线条</a:t>
            </a:r>
            <a:endParaRPr lang="zh-CN" altLang="en-US"/>
          </a:p>
        </p:txBody>
      </p:sp>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标题 7"/>
          <p:cNvSpPr>
            <a:spLocks noGrp="1"/>
          </p:cNvSpPr>
          <p:nvPr>
            <p:ph type="title"/>
            <p:custDataLst>
              <p:tags r:id="rId1"/>
            </p:custDataLst>
          </p:nvPr>
        </p:nvSpPr>
        <p:spPr/>
        <p:txBody>
          <a:bodyPr vert="horz" wrap="square" lIns="0" tIns="0" rIns="0" bIns="0" rtlCol="0" anchor="b">
            <a:normAutofit/>
          </a:bodyPr>
          <a:lstStyle/>
          <a:p>
            <a:pPr lvl="0" algn="l">
              <a:buClrTx/>
              <a:buSzTx/>
              <a:buFontTx/>
            </a:pPr>
            <a:r>
              <a:rPr lang="zh-CN" altLang="en-US" dirty="0">
                <a:sym typeface="+mn-ea"/>
              </a:rPr>
              <a:t>三、典型问题与解决方案</a:t>
            </a:r>
            <a:endParaRPr lang="zh-CN" altLang="en-US" dirty="0">
              <a:sym typeface="+mn-ea"/>
            </a:endParaRPr>
          </a:p>
        </p:txBody>
      </p:sp>
      <p:sp>
        <p:nvSpPr>
          <p:cNvPr id="5" name="Content Placeholder 2"/>
          <p:cNvSpPr>
            <a:spLocks noGrp="1"/>
          </p:cNvSpPr>
          <p:nvPr>
            <p:custDataLst>
              <p:tags r:id="rId2"/>
            </p:custDataLst>
          </p:nvPr>
        </p:nvSpPr>
        <p:spPr>
          <a:xfrm>
            <a:off x="521970" y="1249044"/>
            <a:ext cx="8100000" cy="4873625"/>
          </a:xfrm>
          <a:prstGeom prst="rect">
            <a:avLst/>
          </a:prstGeom>
        </p:spPr>
        <p:txBody>
          <a:bodyPr vert="horz" wrap="square" lIns="91440" tIns="45720" rIns="91440" bIns="45720" rtlCol="0">
            <a:norm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buNone/>
            </a:pPr>
            <a:r>
              <a:rPr sz="1800">
                <a:sym typeface="+mn-ea"/>
              </a:rPr>
              <a:t>问题 2：数据结构设计不合理</a:t>
            </a:r>
            <a:endParaRPr sz="1800">
              <a:solidFill>
                <a:schemeClr val="tx1"/>
              </a:solidFill>
            </a:endParaRPr>
          </a:p>
          <a:p>
            <a:pPr marL="0" indent="0">
              <a:buNone/>
            </a:pPr>
            <a:r>
              <a:rPr sz="1800">
                <a:sym typeface="+mn-ea"/>
              </a:rPr>
              <a:t>• 现象：</a:t>
            </a:r>
            <a:r>
              <a:rPr lang="zh-CN" sz="1800">
                <a:sym typeface="+mn-ea"/>
              </a:rPr>
              <a:t>地图上记录物体</a:t>
            </a:r>
            <a:r>
              <a:rPr lang="en-US" altLang="zh-CN" sz="1800">
                <a:sym typeface="+mn-ea"/>
              </a:rPr>
              <a:t>id</a:t>
            </a:r>
            <a:r>
              <a:rPr lang="zh-CN" altLang="en-US" sz="1800">
                <a:sym typeface="+mn-ea"/>
              </a:rPr>
              <a:t>信息的代码大量冗余，客户端开发受阻</a:t>
            </a:r>
            <a:endParaRPr sz="1800">
              <a:solidFill>
                <a:schemeClr val="tx1"/>
              </a:solidFill>
            </a:endParaRPr>
          </a:p>
          <a:p>
            <a:pPr marL="0" indent="0">
              <a:buNone/>
            </a:pPr>
            <a:r>
              <a:rPr sz="1800">
                <a:sym typeface="+mn-ea"/>
              </a:rPr>
              <a:t>• 原因：</a:t>
            </a:r>
            <a:r>
              <a:rPr lang="zh-CN" sz="1800">
                <a:sym typeface="+mn-ea"/>
              </a:rPr>
              <a:t>开发立项时未明确数据结构导致大量冗余赋值与查找</a:t>
            </a:r>
            <a:endParaRPr sz="1800">
              <a:solidFill>
                <a:schemeClr val="tx1"/>
              </a:solidFill>
            </a:endParaRPr>
          </a:p>
          <a:p>
            <a:pPr marL="0" indent="0">
              <a:buNone/>
            </a:pPr>
            <a:r>
              <a:rPr sz="1800">
                <a:sym typeface="+mn-ea"/>
              </a:rPr>
              <a:t>• 解决：进行数据库设计评审</a:t>
            </a:r>
            <a:r>
              <a:rPr lang="zh-CN" sz="1800">
                <a:sym typeface="+mn-ea"/>
              </a:rPr>
              <a:t>并重制。</a:t>
            </a:r>
            <a:endParaRPr lang="zh-CN" sz="1800">
              <a:sym typeface="+mn-ea"/>
            </a:endParaRPr>
          </a:p>
          <a:p>
            <a:pPr marL="0" indent="0">
              <a:buNone/>
            </a:pPr>
            <a:endParaRPr sz="1800">
              <a:solidFill>
                <a:schemeClr val="tx1"/>
              </a:solidFill>
            </a:endParaRPr>
          </a:p>
          <a:p>
            <a:pPr marL="0" indent="0">
              <a:buNone/>
            </a:pPr>
            <a:endParaRPr sz="1800">
              <a:solidFill>
                <a:schemeClr val="tx1"/>
              </a:solidFill>
            </a:endParaRPr>
          </a:p>
          <a:p>
            <a:pPr marL="0" indent="0">
              <a:buNone/>
            </a:pPr>
            <a:endParaRPr sz="1800">
              <a:solidFill>
                <a:schemeClr val="tx1"/>
              </a:solidFill>
            </a:endParaRPr>
          </a:p>
          <a:p>
            <a:pPr marL="0" indent="0">
              <a:buNone/>
            </a:pPr>
            <a:endParaRPr sz="1800">
              <a:solidFill>
                <a:schemeClr val="tx1"/>
              </a:solidFill>
            </a:endParaRPr>
          </a:p>
          <a:p>
            <a:endParaRPr sz="1800">
              <a:solidFill>
                <a:schemeClr val="tx1"/>
              </a:solidFill>
            </a:endParaRPr>
          </a:p>
          <a:p>
            <a:pPr marL="0" indent="0">
              <a:buNone/>
            </a:pPr>
            <a:endParaRPr sz="1800">
              <a:solidFill>
                <a:schemeClr val="tx1"/>
              </a:solidFill>
            </a:endParaRPr>
          </a:p>
          <a:p>
            <a:endParaRPr sz="1800">
              <a:solidFill>
                <a:schemeClr val="tx1"/>
              </a:solidFill>
            </a:endParaRPr>
          </a:p>
        </p:txBody>
      </p:sp>
      <p:pic>
        <p:nvPicPr>
          <p:cNvPr id="12" name="图片 11" descr="QQ_1764341307474"/>
          <p:cNvPicPr>
            <a:picLocks noChangeAspect="1"/>
          </p:cNvPicPr>
          <p:nvPr/>
        </p:nvPicPr>
        <p:blipFill>
          <a:blip r:embed="rId3"/>
          <a:stretch>
            <a:fillRect/>
          </a:stretch>
        </p:blipFill>
        <p:spPr>
          <a:xfrm>
            <a:off x="521970" y="2775585"/>
            <a:ext cx="5814060" cy="2801620"/>
          </a:xfrm>
          <a:prstGeom prst="rect">
            <a:avLst/>
          </a:prstGeom>
        </p:spPr>
      </p:pic>
      <p:sp>
        <p:nvSpPr>
          <p:cNvPr id="14" name="文本框 13"/>
          <p:cNvSpPr txBox="1"/>
          <p:nvPr/>
        </p:nvSpPr>
        <p:spPr>
          <a:xfrm>
            <a:off x="6459855" y="3086100"/>
            <a:ext cx="2162175" cy="1198880"/>
          </a:xfrm>
          <a:prstGeom prst="rect">
            <a:avLst/>
          </a:prstGeom>
          <a:noFill/>
        </p:spPr>
        <p:txBody>
          <a:bodyPr wrap="square" rtlCol="0">
            <a:spAutoFit/>
          </a:bodyPr>
          <a:p>
            <a:r>
              <a:rPr lang="zh-CN" altLang="en-US"/>
              <a:t>使用统一的代码规定出现在战术板上的物体</a:t>
            </a:r>
            <a:r>
              <a:rPr lang="en-US" altLang="zh-CN"/>
              <a:t>id</a:t>
            </a:r>
            <a:r>
              <a:rPr lang="zh-CN" altLang="en-US"/>
              <a:t>与种类，方便后续</a:t>
            </a:r>
            <a:r>
              <a:rPr lang="zh-CN" altLang="en-US"/>
              <a:t>功能实现</a:t>
            </a:r>
            <a:endParaRPr lang="zh-CN" altLang="en-US"/>
          </a:p>
        </p:txBody>
      </p:sp>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标题 7"/>
          <p:cNvSpPr>
            <a:spLocks noGrp="1"/>
          </p:cNvSpPr>
          <p:nvPr>
            <p:ph type="title"/>
            <p:custDataLst>
              <p:tags r:id="rId1"/>
            </p:custDataLst>
          </p:nvPr>
        </p:nvSpPr>
        <p:spPr/>
        <p:txBody>
          <a:bodyPr vert="horz" wrap="square" lIns="0" tIns="0" rIns="0" bIns="0" rtlCol="0" anchor="b">
            <a:normAutofit/>
          </a:bodyPr>
          <a:lstStyle/>
          <a:p>
            <a:pPr lvl="0" algn="l">
              <a:buClrTx/>
              <a:buSzTx/>
              <a:buFontTx/>
            </a:pPr>
            <a:r>
              <a:rPr lang="zh-CN" altLang="en-US" dirty="0">
                <a:sym typeface="+mn-ea"/>
              </a:rPr>
              <a:t>三、典型问题与解决方案</a:t>
            </a:r>
            <a:endParaRPr lang="zh-CN" altLang="en-US" dirty="0">
              <a:sym typeface="+mn-ea"/>
            </a:endParaRPr>
          </a:p>
        </p:txBody>
      </p:sp>
      <p:sp>
        <p:nvSpPr>
          <p:cNvPr id="5" name="Content Placeholder 2"/>
          <p:cNvSpPr>
            <a:spLocks noGrp="1"/>
          </p:cNvSpPr>
          <p:nvPr>
            <p:custDataLst>
              <p:tags r:id="rId2"/>
            </p:custDataLst>
          </p:nvPr>
        </p:nvSpPr>
        <p:spPr>
          <a:xfrm>
            <a:off x="521970" y="1534794"/>
            <a:ext cx="8100000" cy="4873625"/>
          </a:xfrm>
          <a:prstGeom prst="rect">
            <a:avLst/>
          </a:prstGeom>
        </p:spPr>
        <p:txBody>
          <a:bodyPr vert="horz" wrap="square" lIns="91440" tIns="45720" rIns="91440" bIns="45720" rtlCol="0">
            <a:norm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buNone/>
            </a:pPr>
            <a:r>
              <a:rPr sz="1800">
                <a:sym typeface="+mn-ea"/>
              </a:rPr>
              <a:t>问题 </a:t>
            </a:r>
            <a:r>
              <a:rPr lang="en-US" sz="1800">
                <a:sym typeface="+mn-ea"/>
              </a:rPr>
              <a:t>3</a:t>
            </a:r>
            <a:r>
              <a:rPr sz="1800">
                <a:sym typeface="+mn-ea"/>
              </a:rPr>
              <a:t>：需求变更导致计划被打乱</a:t>
            </a:r>
            <a:endParaRPr sz="1800">
              <a:solidFill>
                <a:schemeClr val="tx1"/>
              </a:solidFill>
            </a:endParaRPr>
          </a:p>
          <a:p>
            <a:pPr marL="0" indent="0">
              <a:buNone/>
            </a:pPr>
            <a:r>
              <a:rPr sz="1800">
                <a:sym typeface="+mn-ea"/>
              </a:rPr>
              <a:t>• 现象：中途新增或调整需求，影响原有排期</a:t>
            </a:r>
            <a:endParaRPr sz="1800">
              <a:solidFill>
                <a:schemeClr val="tx1"/>
              </a:solidFill>
            </a:endParaRPr>
          </a:p>
          <a:p>
            <a:pPr marL="0" indent="0">
              <a:buNone/>
            </a:pPr>
            <a:r>
              <a:rPr sz="1800">
                <a:sym typeface="+mn-ea"/>
              </a:rPr>
              <a:t>• 解决：建立需求变更流程；评估影响范围与优先级；在保证核心功能的前提下弹性调整排期</a:t>
            </a:r>
            <a:endParaRPr sz="1800">
              <a:solidFill>
                <a:schemeClr val="tx1"/>
              </a:solidFill>
            </a:endParaRPr>
          </a:p>
          <a:p>
            <a:pPr marL="0" indent="0">
              <a:buNone/>
            </a:pPr>
            <a:endParaRPr lang="zh-CN" sz="1800">
              <a:sym typeface="+mn-ea"/>
            </a:endParaRPr>
          </a:p>
          <a:p>
            <a:pPr marL="0" indent="0">
              <a:buNone/>
            </a:pPr>
            <a:r>
              <a:rPr lang="zh-CN" altLang="en-US" sz="1800">
                <a:sym typeface="+mn-ea"/>
              </a:rPr>
              <a:t>问题</a:t>
            </a:r>
            <a:r>
              <a:rPr lang="en-US" altLang="zh-CN" sz="1800">
                <a:sym typeface="+mn-ea"/>
              </a:rPr>
              <a:t> 4</a:t>
            </a:r>
            <a:r>
              <a:rPr lang="zh-CN" altLang="en-US" sz="1800">
                <a:sym typeface="+mn-ea"/>
              </a:rPr>
              <a:t>：资料库数据导入困难</a:t>
            </a:r>
            <a:endParaRPr lang="zh-CN" altLang="en-US" sz="1800">
              <a:sym typeface="+mn-ea"/>
            </a:endParaRPr>
          </a:p>
          <a:p>
            <a:pPr marL="0" indent="0">
              <a:buNone/>
            </a:pPr>
            <a:r>
              <a:rPr lang="zh-CN" altLang="en-US" sz="1800">
                <a:sym typeface="+mn-ea"/>
              </a:rPr>
              <a:t>现象：英雄、地图、武器数据格式不统一，导入耗时</a:t>
            </a:r>
            <a:endParaRPr lang="zh-CN" altLang="en-US" sz="1800">
              <a:sym typeface="+mn-ea"/>
            </a:endParaRPr>
          </a:p>
          <a:p>
            <a:pPr marL="0" indent="0">
              <a:buNone/>
            </a:pPr>
            <a:r>
              <a:rPr lang="zh-CN" altLang="en-US" sz="1800">
                <a:sym typeface="+mn-ea"/>
              </a:rPr>
              <a:t>原因：数据来源多样，格式差异大</a:t>
            </a:r>
            <a:endParaRPr lang="zh-CN" altLang="en-US" sz="1800">
              <a:sym typeface="+mn-ea"/>
            </a:endParaRPr>
          </a:p>
          <a:p>
            <a:pPr marL="0" indent="0">
              <a:buNone/>
            </a:pPr>
            <a:r>
              <a:rPr lang="zh-CN" sz="1800">
                <a:sym typeface="+mn-ea"/>
              </a:rPr>
              <a:t>解决：暂时使用官方</a:t>
            </a:r>
            <a:r>
              <a:rPr lang="en-US" altLang="zh-CN" sz="1800">
                <a:sym typeface="+mn-ea"/>
              </a:rPr>
              <a:t>api</a:t>
            </a:r>
            <a:r>
              <a:rPr lang="zh-CN" altLang="en-US" sz="1800">
                <a:sym typeface="+mn-ea"/>
              </a:rPr>
              <a:t>在项目运行时载入数据，后续会花费时间填入数据到项目</a:t>
            </a:r>
            <a:r>
              <a:rPr lang="zh-CN" altLang="en-US" sz="1800">
                <a:sym typeface="+mn-ea"/>
              </a:rPr>
              <a:t>本地</a:t>
            </a:r>
            <a:endParaRPr lang="zh-CN" altLang="en-US" sz="1800">
              <a:sym typeface="+mn-ea"/>
            </a:endParaRPr>
          </a:p>
          <a:p>
            <a:pPr marL="0" indent="0">
              <a:buNone/>
            </a:pPr>
            <a:endParaRPr sz="1800">
              <a:solidFill>
                <a:schemeClr val="tx1"/>
              </a:solidFill>
            </a:endParaRPr>
          </a:p>
          <a:p>
            <a:pPr marL="0" indent="0">
              <a:buNone/>
            </a:pPr>
            <a:endParaRPr sz="1800">
              <a:solidFill>
                <a:schemeClr val="tx1"/>
              </a:solidFill>
            </a:endParaRPr>
          </a:p>
          <a:p>
            <a:pPr marL="0" indent="0">
              <a:buNone/>
            </a:pPr>
            <a:endParaRPr sz="1800">
              <a:solidFill>
                <a:schemeClr val="tx1"/>
              </a:solidFill>
            </a:endParaRPr>
          </a:p>
          <a:p>
            <a:pPr marL="0" indent="0">
              <a:buNone/>
            </a:pPr>
            <a:endParaRPr sz="1800">
              <a:solidFill>
                <a:schemeClr val="tx1"/>
              </a:solidFill>
            </a:endParaRPr>
          </a:p>
          <a:p>
            <a:endParaRPr sz="1800">
              <a:solidFill>
                <a:schemeClr val="tx1"/>
              </a:solidFill>
            </a:endParaRPr>
          </a:p>
          <a:p>
            <a:pPr marL="0" indent="0">
              <a:buNone/>
            </a:pPr>
            <a:endParaRPr sz="1800">
              <a:solidFill>
                <a:schemeClr val="tx1"/>
              </a:solidFill>
            </a:endParaRPr>
          </a:p>
          <a:p>
            <a:endParaRPr sz="1800">
              <a:solidFill>
                <a:schemeClr val="tx1"/>
              </a:solidFill>
            </a:endParaRPr>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标题 7"/>
          <p:cNvSpPr>
            <a:spLocks noGrp="1"/>
          </p:cNvSpPr>
          <p:nvPr>
            <p:ph type="title"/>
            <p:custDataLst>
              <p:tags r:id="rId1"/>
            </p:custDataLst>
          </p:nvPr>
        </p:nvSpPr>
        <p:spPr/>
        <p:txBody>
          <a:bodyPr vert="horz" wrap="square" lIns="0" tIns="0" rIns="0" bIns="0" rtlCol="0" anchor="b">
            <a:normAutofit/>
          </a:bodyPr>
          <a:lstStyle/>
          <a:p>
            <a:pPr lvl="0" algn="l">
              <a:buClrTx/>
              <a:buSzTx/>
              <a:buFontTx/>
            </a:pPr>
            <a:r>
              <a:rPr lang="zh-CN" altLang="en-US" dirty="0">
                <a:sym typeface="+mn-ea"/>
              </a:rPr>
              <a:t>四、项目实际架构概览</a:t>
            </a:r>
            <a:endParaRPr lang="zh-CN" altLang="en-US" dirty="0">
              <a:sym typeface="+mn-ea"/>
            </a:endParaRPr>
          </a:p>
        </p:txBody>
      </p:sp>
      <p:sp>
        <p:nvSpPr>
          <p:cNvPr id="5" name="Content Placeholder 2"/>
          <p:cNvSpPr>
            <a:spLocks noGrp="1"/>
          </p:cNvSpPr>
          <p:nvPr>
            <p:custDataLst>
              <p:tags r:id="rId2"/>
            </p:custDataLst>
          </p:nvPr>
        </p:nvSpPr>
        <p:spPr>
          <a:xfrm>
            <a:off x="460375" y="1287779"/>
            <a:ext cx="8100000" cy="4873625"/>
          </a:xfrm>
          <a:prstGeom prst="rect">
            <a:avLst/>
          </a:prstGeom>
        </p:spPr>
        <p:txBody>
          <a:bodyPr vert="horz" wrap="square" lIns="91440" tIns="45720" rIns="91440" bIns="45720" rtlCol="0">
            <a:norm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buNone/>
            </a:pPr>
            <a:r>
              <a:rPr sz="1800">
                <a:solidFill>
                  <a:schemeClr val="tx1"/>
                </a:solidFill>
              </a:rPr>
              <a:t>1. 客户端架构</a:t>
            </a:r>
            <a:endParaRPr sz="1800">
              <a:solidFill>
                <a:schemeClr val="tx1"/>
              </a:solidFill>
            </a:endParaRPr>
          </a:p>
          <a:p>
            <a:pPr marL="0" indent="0">
              <a:buNone/>
            </a:pPr>
            <a:r>
              <a:rPr sz="1800">
                <a:sym typeface="+mn-ea"/>
              </a:rPr>
              <a:t>• </a:t>
            </a:r>
            <a:r>
              <a:rPr sz="1800">
                <a:solidFill>
                  <a:schemeClr val="tx1"/>
                </a:solidFill>
              </a:rPr>
              <a:t>使用 Unity 2022 LTS 作为开发引擎</a:t>
            </a:r>
            <a:endParaRPr sz="1800">
              <a:solidFill>
                <a:schemeClr val="tx1"/>
              </a:solidFill>
            </a:endParaRPr>
          </a:p>
          <a:p>
            <a:pPr marL="0" indent="0">
              <a:buNone/>
            </a:pPr>
            <a:r>
              <a:rPr sz="1800">
                <a:solidFill>
                  <a:schemeClr val="tx1"/>
                </a:solidFill>
              </a:rPr>
              <a:t>• 引入 UniTask 处理异步操作，DOTween 实现动画效果</a:t>
            </a:r>
            <a:endParaRPr sz="1800">
              <a:solidFill>
                <a:schemeClr val="tx1"/>
              </a:solidFill>
            </a:endParaRPr>
          </a:p>
          <a:p>
            <a:pPr marL="0" indent="0">
              <a:buNone/>
            </a:pPr>
            <a:r>
              <a:rPr sz="1800">
                <a:solidFill>
                  <a:schemeClr val="tx1"/>
                </a:solidFill>
              </a:rPr>
              <a:t>• 使用 Addressables 进行资源管理与热更新</a:t>
            </a:r>
            <a:endParaRPr sz="1800">
              <a:solidFill>
                <a:schemeClr val="tx1"/>
              </a:solidFill>
            </a:endParaRPr>
          </a:p>
          <a:p>
            <a:pPr marL="0" indent="0">
              <a:buNone/>
            </a:pPr>
            <a:r>
              <a:rPr sz="1800">
                <a:solidFill>
                  <a:schemeClr val="tx1"/>
                </a:solidFill>
              </a:rPr>
              <a:t>• 使用 Json 进行配置序列化</a:t>
            </a:r>
            <a:endParaRPr sz="1800">
              <a:solidFill>
                <a:schemeClr val="tx1"/>
              </a:solidFill>
            </a:endParaRPr>
          </a:p>
          <a:p>
            <a:pPr marL="0" indent="0">
              <a:buNone/>
            </a:pPr>
            <a:endParaRPr sz="1800">
              <a:solidFill>
                <a:schemeClr val="tx1"/>
              </a:solidFill>
            </a:endParaRPr>
          </a:p>
          <a:p>
            <a:pPr marL="0" indent="0">
              <a:buNone/>
            </a:pPr>
            <a:r>
              <a:rPr lang="en-US" sz="1800">
                <a:solidFill>
                  <a:schemeClr val="tx1"/>
                </a:solidFill>
              </a:rPr>
              <a:t>2.</a:t>
            </a:r>
            <a:r>
              <a:rPr lang="zh-CN" altLang="en-US" sz="1800">
                <a:solidFill>
                  <a:schemeClr val="tx1"/>
                </a:solidFill>
              </a:rPr>
              <a:t>整体架构</a:t>
            </a:r>
            <a:endParaRPr lang="zh-CN" altLang="en-US" sz="1800">
              <a:solidFill>
                <a:schemeClr val="tx1"/>
              </a:solidFill>
            </a:endParaRPr>
          </a:p>
          <a:p>
            <a:pPr marL="0" indent="0">
              <a:buNone/>
            </a:pPr>
            <a:endParaRPr sz="1800">
              <a:solidFill>
                <a:schemeClr val="tx1"/>
              </a:solidFill>
            </a:endParaRPr>
          </a:p>
          <a:p>
            <a:endParaRPr sz="1800">
              <a:solidFill>
                <a:schemeClr val="tx1"/>
              </a:solidFill>
            </a:endParaRPr>
          </a:p>
          <a:p>
            <a:pPr marL="0" indent="0">
              <a:buNone/>
            </a:pPr>
            <a:endParaRPr sz="1800">
              <a:solidFill>
                <a:schemeClr val="tx1"/>
              </a:solidFill>
            </a:endParaRPr>
          </a:p>
          <a:p>
            <a:pPr marL="0" indent="0">
              <a:buNone/>
            </a:pPr>
            <a:endParaRPr sz="1800">
              <a:solidFill>
                <a:schemeClr val="tx1"/>
              </a:solidFill>
            </a:endParaRPr>
          </a:p>
        </p:txBody>
      </p:sp>
      <p:pic>
        <p:nvPicPr>
          <p:cNvPr id="10" name="图片 9" descr="QQ_1764341756000"/>
          <p:cNvPicPr>
            <a:picLocks noChangeAspect="1"/>
          </p:cNvPicPr>
          <p:nvPr/>
        </p:nvPicPr>
        <p:blipFill>
          <a:blip r:embed="rId3"/>
          <a:stretch>
            <a:fillRect/>
          </a:stretch>
        </p:blipFill>
        <p:spPr>
          <a:xfrm>
            <a:off x="2170430" y="3103245"/>
            <a:ext cx="5467350" cy="3210560"/>
          </a:xfrm>
          <a:prstGeom prst="rect">
            <a:avLst/>
          </a:prstGeom>
        </p:spPr>
      </p:pic>
    </p:spTree>
    <p:custDataLst>
      <p:tags r:id="rId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custDataLst>
              <p:tags r:id="rId1"/>
            </p:custDataLst>
          </p:nvPr>
        </p:nvSpPr>
        <p:spPr>
          <a:xfrm>
            <a:off x="442595" y="1524000"/>
            <a:ext cx="4572000" cy="4114800"/>
          </a:xfrm>
          <a:prstGeom prst="rect">
            <a:avLst/>
          </a:prstGeom>
          <a:noFill/>
        </p:spPr>
        <p:txBody>
          <a:bodyPr wrap="square">
            <a:normAutofit/>
          </a:bodyPr>
          <a:lstStyle/>
          <a:p>
            <a:r>
              <a:rPr sz="1800"/>
              <a:t>核心技术栈与工具：</a:t>
            </a:r>
            <a:endParaRPr sz="1800"/>
          </a:p>
          <a:p>
            <a:r>
              <a:rPr sz="1800"/>
              <a:t>• 客户端：Unity 2022 LTS，UniTask，DOTween，Addressables，新输入系统</a:t>
            </a:r>
            <a:endParaRPr sz="1800"/>
          </a:p>
          <a:p>
            <a:endParaRPr sz="1800"/>
          </a:p>
          <a:p>
            <a:endParaRPr sz="1800"/>
          </a:p>
          <a:p>
            <a:endParaRPr sz="1800"/>
          </a:p>
          <a:p>
            <a:endParaRPr sz="1800"/>
          </a:p>
        </p:txBody>
      </p:sp>
      <p:sp>
        <p:nvSpPr>
          <p:cNvPr id="7" name="标题 6"/>
          <p:cNvSpPr>
            <a:spLocks noGrp="1"/>
          </p:cNvSpPr>
          <p:nvPr>
            <p:ph type="title"/>
            <p:custDataLst>
              <p:tags r:id="rId2"/>
            </p:custDataLst>
          </p:nvPr>
        </p:nvSpPr>
        <p:spPr/>
        <p:txBody>
          <a:bodyPr vert="horz" wrap="square" lIns="0" tIns="0" rIns="0" bIns="0" rtlCol="0" anchor="b">
            <a:normAutofit/>
          </a:bodyPr>
          <a:lstStyle/>
          <a:p>
            <a:pPr lvl="0" algn="l">
              <a:buClrTx/>
              <a:buSzTx/>
              <a:buFontTx/>
            </a:pPr>
            <a:r>
              <a:rPr lang="zh-CN" altLang="en-US" dirty="0">
                <a:sym typeface="+mn-ea"/>
              </a:rPr>
              <a:t>四、</a:t>
            </a:r>
            <a:r>
              <a:rPr lang="zh-CN" altLang="en-US" dirty="0">
                <a:sym typeface="+mn-ea"/>
              </a:rPr>
              <a:t>项目实际架构概览</a:t>
            </a:r>
            <a:endParaRPr lang="zh-CN" altLang="en-US" dirty="0">
              <a:sym typeface="+mn-ea"/>
            </a:endParaRPr>
          </a:p>
        </p:txBody>
      </p:sp>
      <p:pic>
        <p:nvPicPr>
          <p:cNvPr id="9" name="图片 8" descr="QQ_1764342157640"/>
          <p:cNvPicPr>
            <a:picLocks noChangeAspect="1"/>
          </p:cNvPicPr>
          <p:nvPr/>
        </p:nvPicPr>
        <p:blipFill>
          <a:blip r:embed="rId3"/>
          <a:stretch>
            <a:fillRect/>
          </a:stretch>
        </p:blipFill>
        <p:spPr>
          <a:xfrm>
            <a:off x="1628775" y="2522855"/>
            <a:ext cx="6135370" cy="3557270"/>
          </a:xfrm>
          <a:prstGeom prst="rect">
            <a:avLst/>
          </a:prstGeom>
        </p:spPr>
      </p:pic>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标题 7"/>
          <p:cNvSpPr>
            <a:spLocks noGrp="1"/>
          </p:cNvSpPr>
          <p:nvPr>
            <p:ph type="title"/>
            <p:custDataLst>
              <p:tags r:id="rId1"/>
            </p:custDataLst>
          </p:nvPr>
        </p:nvSpPr>
        <p:spPr/>
        <p:txBody>
          <a:bodyPr vert="horz" wrap="square" lIns="0" tIns="0" rIns="0" bIns="0" rtlCol="0" anchor="b">
            <a:normAutofit/>
          </a:bodyPr>
          <a:lstStyle/>
          <a:p>
            <a:pPr lvl="0" algn="l">
              <a:buClrTx/>
              <a:buSzTx/>
              <a:buFontTx/>
            </a:pPr>
            <a:r>
              <a:rPr lang="zh-CN" altLang="en-US" dirty="0">
                <a:sym typeface="+mn-ea"/>
              </a:rPr>
              <a:t>四、项目实际架构概览：部署</a:t>
            </a:r>
            <a:r>
              <a:rPr lang="zh-CN" altLang="en-US" dirty="0">
                <a:sym typeface="+mn-ea"/>
              </a:rPr>
              <a:t>流程</a:t>
            </a:r>
            <a:endParaRPr lang="zh-CN" altLang="en-US" dirty="0">
              <a:sym typeface="+mn-ea"/>
            </a:endParaRPr>
          </a:p>
        </p:txBody>
      </p:sp>
      <p:sp>
        <p:nvSpPr>
          <p:cNvPr id="5" name="Content Placeholder 2"/>
          <p:cNvSpPr>
            <a:spLocks noGrp="1"/>
          </p:cNvSpPr>
          <p:nvPr>
            <p:custDataLst>
              <p:tags r:id="rId2"/>
            </p:custDataLst>
          </p:nvPr>
        </p:nvSpPr>
        <p:spPr>
          <a:xfrm>
            <a:off x="560070" y="1263014"/>
            <a:ext cx="8100000" cy="4873625"/>
          </a:xfrm>
          <a:prstGeom prst="rect">
            <a:avLst/>
          </a:prstGeom>
        </p:spPr>
        <p:txBody>
          <a:bodyPr vert="horz" wrap="square" lIns="91440" tIns="45720" rIns="91440" bIns="45720" rtlCol="0">
            <a:normAutofit lnSpcReduction="10000"/>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buNone/>
            </a:pPr>
            <a:r>
              <a:rPr sz="1400">
                <a:solidFill>
                  <a:schemeClr val="tx1"/>
                </a:solidFill>
              </a:rPr>
              <a:t>步骤 1：开发环境准备</a:t>
            </a:r>
            <a:endParaRPr sz="1400">
              <a:solidFill>
                <a:schemeClr val="tx1"/>
              </a:solidFill>
            </a:endParaRPr>
          </a:p>
          <a:p>
            <a:pPr marL="0" indent="0">
              <a:buNone/>
            </a:pPr>
            <a:r>
              <a:rPr sz="1400">
                <a:solidFill>
                  <a:schemeClr val="tx1"/>
                </a:solidFill>
              </a:rPr>
              <a:t>安装 Unity 与 SQLite 支持包，配置 Addressables 与目标平台</a:t>
            </a:r>
            <a:endParaRPr sz="1400">
              <a:solidFill>
                <a:schemeClr val="tx1"/>
              </a:solidFill>
            </a:endParaRPr>
          </a:p>
          <a:p>
            <a:endParaRPr sz="1400">
              <a:solidFill>
                <a:schemeClr val="tx1"/>
              </a:solidFill>
            </a:endParaRPr>
          </a:p>
          <a:p>
            <a:pPr marL="0" indent="0">
              <a:buNone/>
            </a:pPr>
            <a:r>
              <a:rPr sz="1400">
                <a:solidFill>
                  <a:schemeClr val="tx1"/>
                </a:solidFill>
              </a:rPr>
              <a:t>步骤 2：版本控制与分支管理</a:t>
            </a:r>
            <a:endParaRPr sz="1400">
              <a:solidFill>
                <a:schemeClr val="tx1"/>
              </a:solidFill>
            </a:endParaRPr>
          </a:p>
          <a:p>
            <a:pPr marL="0" indent="0">
              <a:buNone/>
            </a:pPr>
            <a:r>
              <a:rPr sz="1400">
                <a:solidFill>
                  <a:schemeClr val="tx1"/>
                </a:solidFill>
              </a:rPr>
              <a:t>使用 </a:t>
            </a:r>
            <a:r>
              <a:rPr lang="en-US" sz="1400">
                <a:solidFill>
                  <a:schemeClr val="tx1"/>
                </a:solidFill>
              </a:rPr>
              <a:t>PlasticSCM</a:t>
            </a:r>
            <a:r>
              <a:rPr sz="1400">
                <a:solidFill>
                  <a:schemeClr val="tx1"/>
                </a:solidFill>
              </a:rPr>
              <a:t>管理代码，规范分支与提交流程</a:t>
            </a:r>
            <a:endParaRPr sz="1400">
              <a:solidFill>
                <a:schemeClr val="tx1"/>
              </a:solidFill>
            </a:endParaRPr>
          </a:p>
          <a:p>
            <a:endParaRPr sz="1400">
              <a:solidFill>
                <a:schemeClr val="tx1"/>
              </a:solidFill>
            </a:endParaRPr>
          </a:p>
          <a:p>
            <a:pPr marL="0" indent="0">
              <a:buNone/>
            </a:pPr>
            <a:r>
              <a:rPr sz="1400">
                <a:solidFill>
                  <a:schemeClr val="tx1"/>
                </a:solidFill>
              </a:rPr>
              <a:t>步骤 3：构建与资源打包</a:t>
            </a:r>
            <a:endParaRPr sz="1400">
              <a:solidFill>
                <a:schemeClr val="tx1"/>
              </a:solidFill>
            </a:endParaRPr>
          </a:p>
          <a:p>
            <a:pPr marL="0" indent="0">
              <a:buNone/>
            </a:pPr>
            <a:r>
              <a:rPr sz="1400">
                <a:solidFill>
                  <a:schemeClr val="tx1"/>
                </a:solidFill>
              </a:rPr>
              <a:t>选择目标平台（如 Windows）；配置 IL2CPP 或 Mono、目标 .NET 版本</a:t>
            </a:r>
            <a:endParaRPr sz="1400">
              <a:solidFill>
                <a:schemeClr val="tx1"/>
              </a:solidFill>
            </a:endParaRPr>
          </a:p>
          <a:p>
            <a:pPr marL="0" indent="0">
              <a:buNone/>
            </a:pPr>
            <a:r>
              <a:rPr sz="1400">
                <a:solidFill>
                  <a:schemeClr val="tx1"/>
                </a:solidFill>
              </a:rPr>
              <a:t>使用 Addressables 管理资源组并配置加载策略</a:t>
            </a:r>
            <a:endParaRPr sz="1400">
              <a:solidFill>
                <a:schemeClr val="tx1"/>
              </a:solidFill>
            </a:endParaRPr>
          </a:p>
          <a:p>
            <a:endParaRPr sz="1400">
              <a:solidFill>
                <a:schemeClr val="tx1"/>
              </a:solidFill>
            </a:endParaRPr>
          </a:p>
          <a:p>
            <a:pPr marL="0" indent="0">
              <a:buNone/>
            </a:pPr>
            <a:endParaRPr sz="1400">
              <a:solidFill>
                <a:schemeClr val="tx1"/>
              </a:solidFill>
            </a:endParaRPr>
          </a:p>
          <a:p>
            <a:pPr marL="0" indent="0">
              <a:buNone/>
            </a:pPr>
            <a:r>
              <a:rPr sz="1400">
                <a:solidFill>
                  <a:schemeClr val="tx1"/>
                </a:solidFill>
              </a:rPr>
              <a:t>步骤 </a:t>
            </a:r>
            <a:r>
              <a:rPr lang="en-US" sz="1400">
                <a:solidFill>
                  <a:schemeClr val="tx1"/>
                </a:solidFill>
              </a:rPr>
              <a:t>4</a:t>
            </a:r>
            <a:r>
              <a:rPr sz="1400">
                <a:solidFill>
                  <a:schemeClr val="tx1"/>
                </a:solidFill>
              </a:rPr>
              <a:t>：应用打包与发布准备</a:t>
            </a:r>
            <a:endParaRPr sz="1400">
              <a:solidFill>
                <a:schemeClr val="tx1"/>
              </a:solidFill>
            </a:endParaRPr>
          </a:p>
          <a:p>
            <a:pPr marL="0" indent="0">
              <a:buNone/>
            </a:pPr>
            <a:r>
              <a:rPr sz="1400">
                <a:solidFill>
                  <a:schemeClr val="tx1"/>
                </a:solidFill>
              </a:rPr>
              <a:t>生成安装包/可执行文件；配置应用图标、启动画面与权限</a:t>
            </a:r>
            <a:endParaRPr sz="1400">
              <a:solidFill>
                <a:schemeClr val="tx1"/>
              </a:solidFill>
            </a:endParaRPr>
          </a:p>
          <a:p>
            <a:endParaRPr sz="1400">
              <a:solidFill>
                <a:schemeClr val="tx1"/>
              </a:solidFill>
            </a:endParaRPr>
          </a:p>
          <a:p>
            <a:pPr marL="0" indent="0">
              <a:buNone/>
            </a:pPr>
            <a:r>
              <a:rPr sz="1400">
                <a:solidFill>
                  <a:schemeClr val="tx1"/>
                </a:solidFill>
              </a:rPr>
              <a:t>步骤 </a:t>
            </a:r>
            <a:r>
              <a:rPr lang="en-US" sz="1400">
                <a:solidFill>
                  <a:schemeClr val="tx1"/>
                </a:solidFill>
              </a:rPr>
              <a:t>5</a:t>
            </a:r>
            <a:r>
              <a:rPr sz="1400">
                <a:solidFill>
                  <a:schemeClr val="tx1"/>
                </a:solidFill>
              </a:rPr>
              <a:t>：发布与上线后维护</a:t>
            </a:r>
            <a:endParaRPr sz="1400">
              <a:solidFill>
                <a:schemeClr val="tx1"/>
              </a:solidFill>
            </a:endParaRPr>
          </a:p>
          <a:p>
            <a:pPr marL="0" indent="0">
              <a:buNone/>
            </a:pPr>
            <a:r>
              <a:rPr sz="1400">
                <a:solidFill>
                  <a:schemeClr val="tx1"/>
                </a:solidFill>
              </a:rPr>
              <a:t>发布到应用商店或内部分发；收集用户反馈与崩溃报告</a:t>
            </a:r>
            <a:endParaRPr sz="1400">
              <a:solidFill>
                <a:schemeClr val="tx1"/>
              </a:solidFill>
            </a:endParaRPr>
          </a:p>
          <a:p>
            <a:pPr marL="0" indent="0">
              <a:buNone/>
            </a:pPr>
            <a:r>
              <a:rPr sz="1400">
                <a:solidFill>
                  <a:schemeClr val="tx1"/>
                </a:solidFill>
              </a:rPr>
              <a:t>使用语义化版本号与更新日志，持续迭代与热更新</a:t>
            </a:r>
            <a:endParaRPr sz="1400">
              <a:solidFill>
                <a:schemeClr val="tx1"/>
              </a:solidFill>
            </a:endParaRPr>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标题 7"/>
          <p:cNvSpPr>
            <a:spLocks noGrp="1"/>
          </p:cNvSpPr>
          <p:nvPr>
            <p:ph type="title"/>
            <p:custDataLst>
              <p:tags r:id="rId1"/>
            </p:custDataLst>
          </p:nvPr>
        </p:nvSpPr>
        <p:spPr/>
        <p:txBody>
          <a:bodyPr vert="horz" wrap="square" lIns="0" tIns="0" rIns="0" bIns="0" rtlCol="0" anchor="b">
            <a:normAutofit/>
          </a:bodyPr>
          <a:lstStyle/>
          <a:p>
            <a:pPr lvl="0" algn="l">
              <a:buClrTx/>
              <a:buSzTx/>
              <a:buFontTx/>
            </a:pPr>
            <a:r>
              <a:rPr lang="zh-CN" altLang="en-US" dirty="0">
                <a:sym typeface="+mn-ea"/>
              </a:rPr>
              <a:t>五、测试工作安排与工具选择</a:t>
            </a:r>
            <a:endParaRPr lang="zh-CN" altLang="en-US" dirty="0">
              <a:sym typeface="+mn-ea"/>
            </a:endParaRPr>
          </a:p>
        </p:txBody>
      </p:sp>
      <p:sp>
        <p:nvSpPr>
          <p:cNvPr id="5" name="Content Placeholder 2"/>
          <p:cNvSpPr>
            <a:spLocks noGrp="1"/>
          </p:cNvSpPr>
          <p:nvPr>
            <p:custDataLst>
              <p:tags r:id="rId2"/>
            </p:custDataLst>
          </p:nvPr>
        </p:nvSpPr>
        <p:spPr>
          <a:xfrm>
            <a:off x="455295" y="1477644"/>
            <a:ext cx="8100000" cy="4873625"/>
          </a:xfrm>
          <a:prstGeom prst="rect">
            <a:avLst/>
          </a:prstGeom>
        </p:spPr>
        <p:txBody>
          <a:bodyPr vert="horz" wrap="square" lIns="91440" tIns="45720" rIns="91440" bIns="45720" rtlCol="0">
            <a:norm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buNone/>
            </a:pPr>
            <a:r>
              <a:rPr sz="1600">
                <a:solidFill>
                  <a:schemeClr val="tx1"/>
                </a:solidFill>
              </a:rPr>
              <a:t>1. 测试工作安排</a:t>
            </a:r>
            <a:endParaRPr sz="1600">
              <a:solidFill>
                <a:schemeClr val="tx1"/>
              </a:solidFill>
            </a:endParaRPr>
          </a:p>
          <a:p>
            <a:pPr marL="0" indent="0">
              <a:buNone/>
            </a:pPr>
            <a:r>
              <a:rPr sz="1600">
                <a:solidFill>
                  <a:schemeClr val="tx1"/>
                </a:solidFill>
              </a:rPr>
              <a:t>单元测试：由开发人员在开发过程中持续进行</a:t>
            </a:r>
            <a:endParaRPr sz="1600">
              <a:solidFill>
                <a:schemeClr val="tx1"/>
              </a:solidFill>
            </a:endParaRPr>
          </a:p>
          <a:p>
            <a:pPr marL="0" indent="0">
              <a:buNone/>
            </a:pPr>
            <a:r>
              <a:rPr sz="1600">
                <a:solidFill>
                  <a:schemeClr val="tx1"/>
                </a:solidFill>
              </a:rPr>
              <a:t>集成测试：功能模块开发完成后，每周</a:t>
            </a:r>
            <a:r>
              <a:rPr lang="zh-CN" sz="1600">
                <a:solidFill>
                  <a:schemeClr val="tx1"/>
                </a:solidFill>
              </a:rPr>
              <a:t>周五</a:t>
            </a:r>
            <a:r>
              <a:rPr sz="1600">
                <a:solidFill>
                  <a:schemeClr val="tx1"/>
                </a:solidFill>
              </a:rPr>
              <a:t>集中执行</a:t>
            </a:r>
            <a:endParaRPr sz="1600">
              <a:solidFill>
                <a:schemeClr val="tx1"/>
              </a:solidFill>
            </a:endParaRPr>
          </a:p>
          <a:p>
            <a:pPr marL="0" indent="0">
              <a:buNone/>
            </a:pPr>
            <a:r>
              <a:rPr sz="1600">
                <a:solidFill>
                  <a:schemeClr val="tx1"/>
                </a:solidFill>
              </a:rPr>
              <a:t>系统测试：主要功能完成后进行端到端验证</a:t>
            </a:r>
            <a:endParaRPr sz="1600">
              <a:solidFill>
                <a:schemeClr val="tx1"/>
              </a:solidFill>
            </a:endParaRPr>
          </a:p>
          <a:p>
            <a:pPr marL="0" indent="0">
              <a:buNone/>
            </a:pPr>
            <a:r>
              <a:rPr sz="1600">
                <a:solidFill>
                  <a:schemeClr val="tx1"/>
                </a:solidFill>
              </a:rPr>
              <a:t>验收测试：项目交付前 1 周联合</a:t>
            </a:r>
            <a:r>
              <a:rPr lang="zh-CN" sz="1600">
                <a:solidFill>
                  <a:schemeClr val="tx1"/>
                </a:solidFill>
              </a:rPr>
              <a:t>同学</a:t>
            </a:r>
            <a:r>
              <a:rPr sz="1600">
                <a:solidFill>
                  <a:schemeClr val="tx1"/>
                </a:solidFill>
              </a:rPr>
              <a:t>验收</a:t>
            </a:r>
            <a:endParaRPr sz="1600">
              <a:solidFill>
                <a:schemeClr val="tx1"/>
              </a:solidFill>
            </a:endParaRPr>
          </a:p>
          <a:p>
            <a:endParaRPr sz="1600">
              <a:solidFill>
                <a:schemeClr val="tx1"/>
              </a:solidFill>
            </a:endParaRPr>
          </a:p>
          <a:p>
            <a:pPr marL="0" indent="0">
              <a:buNone/>
            </a:pPr>
            <a:r>
              <a:rPr sz="1600">
                <a:solidFill>
                  <a:schemeClr val="tx1"/>
                </a:solidFill>
              </a:rPr>
              <a:t>2. 测试工具选择</a:t>
            </a:r>
            <a:endParaRPr sz="1600">
              <a:solidFill>
                <a:schemeClr val="tx1"/>
              </a:solidFill>
            </a:endParaRPr>
          </a:p>
          <a:p>
            <a:pPr marL="0" indent="0">
              <a:buNone/>
            </a:pPr>
            <a:r>
              <a:rPr sz="1600">
                <a:solidFill>
                  <a:schemeClr val="tx1"/>
                </a:solidFill>
              </a:rPr>
              <a:t>单元测试：使用 NUnit 或类似框架对逻辑进行单元测试</a:t>
            </a:r>
            <a:endParaRPr sz="1600">
              <a:solidFill>
                <a:schemeClr val="tx1"/>
              </a:solidFill>
            </a:endParaRPr>
          </a:p>
          <a:p>
            <a:pPr marL="0" indent="0">
              <a:buNone/>
            </a:pPr>
            <a:r>
              <a:rPr sz="1600">
                <a:solidFill>
                  <a:schemeClr val="tx1"/>
                </a:solidFill>
              </a:rPr>
              <a:t>集成测试：使用 Unity Test Framework 进行场景与逻辑集成测试</a:t>
            </a:r>
            <a:endParaRPr sz="1600">
              <a:solidFill>
                <a:schemeClr val="tx1"/>
              </a:solidFill>
            </a:endParaRPr>
          </a:p>
          <a:p>
            <a:pPr marL="0" indent="0">
              <a:buNone/>
            </a:pPr>
            <a:r>
              <a:rPr sz="1600">
                <a:solidFill>
                  <a:schemeClr val="tx1"/>
                </a:solidFill>
              </a:rPr>
              <a:t>UI 测试：基于 Unity Test Framework 的 UI 测试，验证按钮点击、界面跳转等</a:t>
            </a:r>
            <a:endParaRPr sz="1600">
              <a:solidFill>
                <a:schemeClr val="tx1"/>
              </a:solidFill>
            </a:endParaRPr>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标题 7"/>
          <p:cNvSpPr>
            <a:spLocks noGrp="1"/>
          </p:cNvSpPr>
          <p:nvPr>
            <p:ph type="title"/>
            <p:custDataLst>
              <p:tags r:id="rId1"/>
            </p:custDataLst>
          </p:nvPr>
        </p:nvSpPr>
        <p:spPr/>
        <p:txBody>
          <a:bodyPr vert="horz" wrap="square" lIns="0" tIns="0" rIns="0" bIns="0" rtlCol="0" anchor="b">
            <a:normAutofit/>
          </a:bodyPr>
          <a:lstStyle/>
          <a:p>
            <a:pPr lvl="0" algn="l">
              <a:buClrTx/>
              <a:buSzTx/>
              <a:buFontTx/>
            </a:pPr>
            <a:r>
              <a:rPr lang="zh-CN" altLang="en-US" dirty="0">
                <a:sym typeface="+mn-ea"/>
              </a:rPr>
              <a:t>五、测试用例设计与测试评述</a:t>
            </a:r>
            <a:endParaRPr lang="zh-CN" altLang="en-US" dirty="0">
              <a:sym typeface="+mn-ea"/>
            </a:endParaRPr>
          </a:p>
        </p:txBody>
      </p:sp>
      <p:sp>
        <p:nvSpPr>
          <p:cNvPr id="5" name="Content Placeholder 2"/>
          <p:cNvSpPr>
            <a:spLocks noGrp="1"/>
          </p:cNvSpPr>
          <p:nvPr>
            <p:custDataLst>
              <p:tags r:id="rId2"/>
            </p:custDataLst>
          </p:nvPr>
        </p:nvSpPr>
        <p:spPr>
          <a:xfrm>
            <a:off x="636270" y="1736724"/>
            <a:ext cx="8100000" cy="4873625"/>
          </a:xfrm>
          <a:prstGeom prst="rect">
            <a:avLst/>
          </a:prstGeom>
        </p:spPr>
        <p:txBody>
          <a:bodyPr vert="horz" wrap="square" lIns="91440" tIns="45720" rIns="91440" bIns="45720" rtlCol="0">
            <a:norm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buNone/>
            </a:pPr>
            <a:r>
              <a:rPr sz="1600">
                <a:solidFill>
                  <a:schemeClr val="tx1"/>
                </a:solidFill>
              </a:rPr>
              <a:t>1. 功能测试用例</a:t>
            </a:r>
            <a:endParaRPr sz="1600">
              <a:solidFill>
                <a:schemeClr val="tx1"/>
              </a:solidFill>
            </a:endParaRPr>
          </a:p>
          <a:p>
            <a:pPr marL="0" indent="0">
              <a:buNone/>
            </a:pPr>
            <a:r>
              <a:rPr sz="1600">
                <a:solidFill>
                  <a:schemeClr val="tx1"/>
                </a:solidFill>
              </a:rPr>
              <a:t> 战术板：绘制、</a:t>
            </a:r>
            <a:r>
              <a:rPr lang="zh-CN" sz="1600">
                <a:solidFill>
                  <a:schemeClr val="tx1"/>
                </a:solidFill>
              </a:rPr>
              <a:t>删除</a:t>
            </a:r>
            <a:r>
              <a:rPr sz="1600">
                <a:solidFill>
                  <a:schemeClr val="tx1"/>
                </a:solidFill>
              </a:rPr>
              <a:t>、战术保存与加载、</a:t>
            </a:r>
            <a:r>
              <a:rPr lang="zh-CN" sz="1600">
                <a:solidFill>
                  <a:schemeClr val="tx1"/>
                </a:solidFill>
              </a:rPr>
              <a:t>序列</a:t>
            </a:r>
            <a:r>
              <a:rPr sz="1600">
                <a:solidFill>
                  <a:schemeClr val="tx1"/>
                </a:solidFill>
              </a:rPr>
              <a:t>播放等功能是否正常</a:t>
            </a:r>
            <a:endParaRPr sz="1600">
              <a:solidFill>
                <a:schemeClr val="tx1"/>
              </a:solidFill>
            </a:endParaRPr>
          </a:p>
          <a:p>
            <a:pPr marL="0" indent="0">
              <a:buNone/>
            </a:pPr>
            <a:r>
              <a:rPr sz="1600">
                <a:solidFill>
                  <a:schemeClr val="tx1"/>
                </a:solidFill>
              </a:rPr>
              <a:t>AI 问答：基础游戏资料问答、战术相关问答、对话历史与搜索等是否正确</a:t>
            </a:r>
            <a:endParaRPr sz="1600">
              <a:solidFill>
                <a:schemeClr val="tx1"/>
              </a:solidFill>
            </a:endParaRPr>
          </a:p>
          <a:p>
            <a:endParaRPr sz="1600">
              <a:solidFill>
                <a:schemeClr val="tx1"/>
              </a:solidFill>
            </a:endParaRPr>
          </a:p>
          <a:p>
            <a:pPr marL="0" indent="0">
              <a:buNone/>
            </a:pPr>
            <a:r>
              <a:rPr sz="1600">
                <a:solidFill>
                  <a:schemeClr val="tx1"/>
                </a:solidFill>
              </a:rPr>
              <a:t>2. 性能与兼容性测试</a:t>
            </a:r>
            <a:endParaRPr sz="1600">
              <a:solidFill>
                <a:schemeClr val="tx1"/>
              </a:solidFill>
            </a:endParaRPr>
          </a:p>
          <a:p>
            <a:pPr marL="0" indent="0">
              <a:buNone/>
            </a:pPr>
            <a:r>
              <a:rPr sz="1600">
                <a:solidFill>
                  <a:schemeClr val="tx1"/>
                </a:solidFill>
              </a:rPr>
              <a:t>性能测试：测量场景加载时间、内存占用与帧率表现</a:t>
            </a:r>
            <a:endParaRPr sz="1600">
              <a:solidFill>
                <a:schemeClr val="tx1"/>
              </a:solidFill>
            </a:endParaRPr>
          </a:p>
          <a:p>
            <a:pPr marL="0" indent="0">
              <a:buNone/>
            </a:pPr>
            <a:r>
              <a:rPr sz="1600">
                <a:solidFill>
                  <a:schemeClr val="tx1"/>
                </a:solidFill>
              </a:rPr>
              <a:t>兼容性测试：在不同分辨率、不同设备与操作系统版本下运行验证</a:t>
            </a:r>
            <a:endParaRPr sz="1600">
              <a:solidFill>
                <a:schemeClr val="tx1"/>
              </a:solidFill>
            </a:endParaRPr>
          </a:p>
          <a:p>
            <a:endParaRPr sz="1600">
              <a:solidFill>
                <a:schemeClr val="tx1"/>
              </a:solidFill>
            </a:endParaRPr>
          </a:p>
          <a:p>
            <a:pPr marL="0" indent="0">
              <a:buNone/>
            </a:pPr>
            <a:r>
              <a:rPr sz="1600">
                <a:solidFill>
                  <a:schemeClr val="tx1"/>
                </a:solidFill>
              </a:rPr>
              <a:t>3. 测试评述</a:t>
            </a:r>
            <a:endParaRPr sz="1600">
              <a:solidFill>
                <a:schemeClr val="tx1"/>
              </a:solidFill>
            </a:endParaRPr>
          </a:p>
          <a:p>
            <a:pPr marL="0" indent="0">
              <a:buNone/>
            </a:pPr>
            <a:r>
              <a:rPr sz="1600">
                <a:solidFill>
                  <a:schemeClr val="tx1"/>
                </a:solidFill>
              </a:rPr>
              <a:t>优点：通过单元+集成+系统测试，提前发现大部分功能缺陷，保障整体稳定性</a:t>
            </a:r>
            <a:endParaRPr sz="1600">
              <a:solidFill>
                <a:schemeClr val="tx1"/>
              </a:solidFill>
            </a:endParaRPr>
          </a:p>
          <a:p>
            <a:pPr marL="0" indent="0">
              <a:buNone/>
            </a:pPr>
            <a:r>
              <a:rPr sz="1600">
                <a:solidFill>
                  <a:schemeClr val="tx1"/>
                </a:solidFill>
              </a:rPr>
              <a:t>不足与改进：单元测试覆盖率有待提升；需要补充边界与异常场景用例；</a:t>
            </a:r>
            <a:endParaRPr sz="1600">
              <a:solidFill>
                <a:schemeClr val="tx1"/>
              </a:solidFill>
            </a:endParaRPr>
          </a:p>
          <a:p>
            <a:pPr marL="0" indent="0">
              <a:buNone/>
            </a:pPr>
            <a:r>
              <a:rPr sz="1600">
                <a:solidFill>
                  <a:schemeClr val="tx1"/>
                </a:solidFill>
              </a:rPr>
              <a:t> 建议将测试进一步集成到 CI/CD 流程中，实现自动化回归测试</a:t>
            </a:r>
            <a:endParaRPr sz="1600">
              <a:solidFill>
                <a:schemeClr val="tx1"/>
              </a:solidFill>
            </a:endParaRPr>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640080" y="1281430"/>
            <a:ext cx="7772400" cy="4114800"/>
          </a:xfrm>
          <a:prstGeom prst="rect">
            <a:avLst/>
          </a:prstGeom>
          <a:noFill/>
        </p:spPr>
        <p:txBody>
          <a:bodyPr wrap="square">
            <a:noAutofit/>
          </a:bodyPr>
          <a:lstStyle/>
          <a:p>
            <a:r>
              <a:rPr lang="zh-CN" sz="1700">
                <a:solidFill>
                  <a:schemeClr val="tx1"/>
                </a:solidFill>
              </a:rPr>
              <a:t>项目经理江文博：</a:t>
            </a:r>
            <a:r>
              <a:rPr lang="zh-CN" altLang="en-US" sz="1700">
                <a:solidFill>
                  <a:schemeClr val="tx1"/>
                </a:solidFill>
              </a:rPr>
              <a:t>这次项目让我深刻体会到了架构设计与数据结构在功能扩展中的重要性。特别是编写</a:t>
            </a:r>
            <a:r>
              <a:rPr lang="en-US" altLang="zh-CN" sz="1700">
                <a:solidFill>
                  <a:schemeClr val="tx1"/>
                </a:solidFill>
              </a:rPr>
              <a:t> TacticManager </a:t>
            </a:r>
            <a:r>
              <a:rPr lang="zh-CN" altLang="en-US" sz="1700">
                <a:solidFill>
                  <a:schemeClr val="tx1"/>
                </a:solidFill>
              </a:rPr>
              <a:t>的核心逻辑时，如何优雅地处理</a:t>
            </a:r>
            <a:r>
              <a:rPr lang="en-US" altLang="zh-CN" sz="1700">
                <a:solidFill>
                  <a:schemeClr val="tx1"/>
                </a:solidFill>
              </a:rPr>
              <a:t>‘</a:t>
            </a:r>
            <a:r>
              <a:rPr lang="zh-CN" altLang="en-US" sz="1700">
                <a:solidFill>
                  <a:schemeClr val="tx1"/>
                </a:solidFill>
              </a:rPr>
              <a:t>序列切换</a:t>
            </a:r>
            <a:r>
              <a:rPr lang="en-US" altLang="zh-CN" sz="1700">
                <a:solidFill>
                  <a:schemeClr val="tx1"/>
                </a:solidFill>
              </a:rPr>
              <a:t>’</a:t>
            </a:r>
            <a:r>
              <a:rPr lang="zh-CN" altLang="en-US" sz="1700">
                <a:solidFill>
                  <a:schemeClr val="tx1"/>
                </a:solidFill>
              </a:rPr>
              <a:t>和</a:t>
            </a:r>
            <a:r>
              <a:rPr lang="en-US" altLang="zh-CN" sz="1700">
                <a:solidFill>
                  <a:schemeClr val="tx1"/>
                </a:solidFill>
              </a:rPr>
              <a:t>‘</a:t>
            </a:r>
            <a:r>
              <a:rPr lang="zh-CN" altLang="en-US" sz="1700">
                <a:solidFill>
                  <a:schemeClr val="tx1"/>
                </a:solidFill>
              </a:rPr>
              <a:t>英雄平滑插值</a:t>
            </a:r>
            <a:r>
              <a:rPr lang="en-US" altLang="zh-CN" sz="1700">
                <a:solidFill>
                  <a:schemeClr val="tx1"/>
                </a:solidFill>
              </a:rPr>
              <a:t>’</a:t>
            </a:r>
            <a:r>
              <a:rPr lang="zh-CN" altLang="en-US" sz="1700">
                <a:solidFill>
                  <a:schemeClr val="tx1"/>
                </a:solidFill>
              </a:rPr>
              <a:t>是最大的挑战。早期由于数据与表现层耦合过紧，导致动画逻辑混乱，后来通过重构</a:t>
            </a:r>
            <a:r>
              <a:rPr lang="en-US" altLang="zh-CN" sz="1700">
                <a:solidFill>
                  <a:schemeClr val="tx1"/>
                </a:solidFill>
              </a:rPr>
              <a:t> SaveData </a:t>
            </a:r>
            <a:r>
              <a:rPr lang="zh-CN" altLang="en-US" sz="1700">
                <a:solidFill>
                  <a:schemeClr val="tx1"/>
                </a:solidFill>
              </a:rPr>
              <a:t>结构，确立了</a:t>
            </a:r>
            <a:r>
              <a:rPr lang="en-US" altLang="zh-CN" sz="1700">
                <a:solidFill>
                  <a:schemeClr val="tx1"/>
                </a:solidFill>
              </a:rPr>
              <a:t>‘</a:t>
            </a:r>
            <a:r>
              <a:rPr lang="zh-CN" altLang="en-US" sz="1700">
                <a:solidFill>
                  <a:schemeClr val="tx1"/>
                </a:solidFill>
              </a:rPr>
              <a:t>差异比对</a:t>
            </a:r>
            <a:r>
              <a:rPr lang="en-US" altLang="zh-CN" sz="1700">
                <a:solidFill>
                  <a:schemeClr val="tx1"/>
                </a:solidFill>
              </a:rPr>
              <a:t>’</a:t>
            </a:r>
            <a:r>
              <a:rPr lang="zh-CN" altLang="en-US" sz="1700">
                <a:solidFill>
                  <a:schemeClr val="tx1"/>
                </a:solidFill>
              </a:rPr>
              <a:t>的更新机制，才实现了如今流畅的平滑过渡。</a:t>
            </a:r>
            <a:endParaRPr lang="zh-CN" altLang="en-US" sz="1700">
              <a:solidFill>
                <a:schemeClr val="tx1"/>
              </a:solidFill>
            </a:endParaRPr>
          </a:p>
          <a:p>
            <a:endParaRPr lang="zh-CN" altLang="en-US" sz="1700">
              <a:solidFill>
                <a:schemeClr val="tx1"/>
              </a:solidFill>
            </a:endParaRPr>
          </a:p>
          <a:p>
            <a:r>
              <a:rPr lang="zh-CN" altLang="en-US" sz="1700">
                <a:solidFill>
                  <a:schemeClr val="tx1"/>
                </a:solidFill>
              </a:rPr>
              <a:t>数据拓展师兼客户端开发黄伟圣：这次开发经历对我来说是一次显著的技术飞跃。从一开始对</a:t>
            </a:r>
            <a:r>
              <a:rPr lang="en-US" altLang="zh-CN" sz="1700">
                <a:solidFill>
                  <a:schemeClr val="tx1"/>
                </a:solidFill>
              </a:rPr>
              <a:t> TextMeshPro </a:t>
            </a:r>
            <a:r>
              <a:rPr lang="zh-CN" altLang="en-US" sz="1700">
                <a:solidFill>
                  <a:schemeClr val="tx1"/>
                </a:solidFill>
              </a:rPr>
              <a:t>和协程（</a:t>
            </a:r>
            <a:r>
              <a:rPr lang="en-US" altLang="zh-CN" sz="1700">
                <a:solidFill>
                  <a:schemeClr val="tx1"/>
                </a:solidFill>
              </a:rPr>
              <a:t>Coroutine</a:t>
            </a:r>
            <a:r>
              <a:rPr lang="zh-CN" altLang="en-US" sz="1700">
                <a:solidFill>
                  <a:schemeClr val="tx1"/>
                </a:solidFill>
              </a:rPr>
              <a:t>）的一知半解，到后来能熟练运用它们来控制复杂的时间轴，每一行代码都是积累。特别是解决</a:t>
            </a:r>
            <a:r>
              <a:rPr lang="en-US" altLang="zh-CN" sz="1700">
                <a:solidFill>
                  <a:schemeClr val="tx1"/>
                </a:solidFill>
              </a:rPr>
              <a:t>‘</a:t>
            </a:r>
            <a:r>
              <a:rPr lang="zh-CN" altLang="en-US" sz="1700">
                <a:solidFill>
                  <a:schemeClr val="tx1"/>
                </a:solidFill>
              </a:rPr>
              <a:t>独立文本框</a:t>
            </a:r>
            <a:r>
              <a:rPr lang="en-US" altLang="zh-CN" sz="1700">
                <a:solidFill>
                  <a:schemeClr val="tx1"/>
                </a:solidFill>
              </a:rPr>
              <a:t>’</a:t>
            </a:r>
            <a:r>
              <a:rPr lang="zh-CN" altLang="en-US" sz="1700">
                <a:solidFill>
                  <a:schemeClr val="tx1"/>
                </a:solidFill>
              </a:rPr>
              <a:t>在场景切换时数据丢失的</a:t>
            </a:r>
            <a:r>
              <a:rPr lang="en-US" altLang="zh-CN" sz="1700">
                <a:solidFill>
                  <a:schemeClr val="tx1"/>
                </a:solidFill>
              </a:rPr>
              <a:t> Bug</a:t>
            </a:r>
            <a:r>
              <a:rPr lang="zh-CN" altLang="en-US" sz="1700">
                <a:solidFill>
                  <a:schemeClr val="tx1"/>
                </a:solidFill>
              </a:rPr>
              <a:t>，让我学会了如何在</a:t>
            </a:r>
            <a:r>
              <a:rPr lang="en-US" altLang="zh-CN" sz="1700">
                <a:solidFill>
                  <a:schemeClr val="tx1"/>
                </a:solidFill>
              </a:rPr>
              <a:t> Unity </a:t>
            </a:r>
            <a:r>
              <a:rPr lang="zh-CN" altLang="en-US" sz="1700">
                <a:solidFill>
                  <a:schemeClr val="tx1"/>
                </a:solidFill>
              </a:rPr>
              <a:t>中正确进行数据序列化管理。</a:t>
            </a:r>
            <a:endParaRPr lang="zh-CN" altLang="en-US" sz="1700">
              <a:solidFill>
                <a:schemeClr val="tx1"/>
              </a:solidFill>
            </a:endParaRPr>
          </a:p>
          <a:p>
            <a:endParaRPr lang="zh-CN" altLang="en-US" sz="1700">
              <a:solidFill>
                <a:schemeClr val="tx1"/>
              </a:solidFill>
            </a:endParaRPr>
          </a:p>
          <a:p>
            <a:r>
              <a:rPr sz="1700">
                <a:sym typeface="+mn-ea"/>
              </a:rPr>
              <a:t>测试与文档工程师</a:t>
            </a:r>
            <a:r>
              <a:rPr lang="zh-CN" sz="1700">
                <a:sym typeface="+mn-ea"/>
              </a:rPr>
              <a:t>兼客户端开发</a:t>
            </a:r>
            <a:r>
              <a:rPr sz="1700">
                <a:sym typeface="+mn-ea"/>
              </a:rPr>
              <a:t>翁小燚</a:t>
            </a:r>
            <a:r>
              <a:rPr lang="zh-CN" sz="1700">
                <a:sym typeface="+mn-ea"/>
              </a:rPr>
              <a:t>：我</a:t>
            </a:r>
            <a:r>
              <a:rPr lang="zh-CN" altLang="en-US" sz="1700"/>
              <a:t>最大的收获在于理解了模块间通信的必要性。我主要负责播放面板与底层系统的对接，比如实现</a:t>
            </a:r>
            <a:r>
              <a:rPr lang="en-US" altLang="zh-CN" sz="1700"/>
              <a:t>‘</a:t>
            </a:r>
            <a:r>
              <a:rPr lang="zh-CN" altLang="en-US" sz="1700"/>
              <a:t>播放中锁定</a:t>
            </a:r>
            <a:r>
              <a:rPr lang="en-US" altLang="zh-CN" sz="1700"/>
              <a:t>’</a:t>
            </a:r>
            <a:r>
              <a:rPr lang="zh-CN" altLang="en-US" sz="1700"/>
              <a:t>和</a:t>
            </a:r>
            <a:r>
              <a:rPr lang="en-US" altLang="zh-CN" sz="1700"/>
              <a:t>‘</a:t>
            </a:r>
            <a:r>
              <a:rPr lang="zh-CN" altLang="en-US" sz="1700"/>
              <a:t>结束后状态还原</a:t>
            </a:r>
            <a:r>
              <a:rPr lang="en-US" altLang="zh-CN" sz="1700"/>
              <a:t>’</a:t>
            </a:r>
            <a:r>
              <a:rPr lang="zh-CN" altLang="en-US" sz="1700"/>
              <a:t>。在开发过程中，我深刻意识到使用</a:t>
            </a:r>
            <a:r>
              <a:rPr lang="en-US" altLang="zh-CN" sz="1700"/>
              <a:t> Action </a:t>
            </a:r>
            <a:r>
              <a:rPr lang="zh-CN" altLang="en-US" sz="1700"/>
              <a:t>回调和协程来控制异步流程非常高效。</a:t>
            </a:r>
            <a:endParaRPr lang="zh-CN" altLang="en-US" sz="1700"/>
          </a:p>
          <a:p>
            <a:endParaRPr lang="zh-CN" altLang="en-US" sz="1500">
              <a:solidFill>
                <a:schemeClr val="tx1"/>
              </a:solidFill>
            </a:endParaRPr>
          </a:p>
        </p:txBody>
      </p:sp>
      <p:sp>
        <p:nvSpPr>
          <p:cNvPr id="6" name="标题 5"/>
          <p:cNvSpPr>
            <a:spLocks noGrp="1"/>
          </p:cNvSpPr>
          <p:nvPr>
            <p:ph type="title"/>
            <p:custDataLst>
              <p:tags r:id="rId1"/>
            </p:custDataLst>
          </p:nvPr>
        </p:nvSpPr>
        <p:spPr/>
        <p:txBody>
          <a:bodyPr vert="horz" wrap="square" lIns="0" tIns="0" rIns="0" bIns="0" rtlCol="0" anchor="b">
            <a:normAutofit/>
          </a:bodyPr>
          <a:lstStyle/>
          <a:p>
            <a:pPr lvl="0" algn="l">
              <a:buClrTx/>
              <a:buSzTx/>
              <a:buFontTx/>
            </a:pPr>
            <a:r>
              <a:rPr lang="zh-CN" altLang="en-US" dirty="0">
                <a:sym typeface="+mn-ea"/>
              </a:rPr>
              <a:t>六</a:t>
            </a:r>
            <a:r>
              <a:rPr lang="zh-CN" altLang="en-US" dirty="0">
                <a:sym typeface="+mn-ea"/>
              </a:rPr>
              <a:t>、</a:t>
            </a:r>
            <a:r>
              <a:rPr lang="zh-CN" altLang="en-US" dirty="0">
                <a:sym typeface="+mn-ea"/>
              </a:rPr>
              <a:t>小组</a:t>
            </a:r>
            <a:r>
              <a:rPr lang="zh-CN" altLang="en-US" dirty="0">
                <a:sym typeface="+mn-ea"/>
              </a:rPr>
              <a:t>成员过程体会</a:t>
            </a:r>
            <a:endParaRPr lang="zh-CN" altLang="en-US" dirty="0">
              <a:sym typeface="+mn-ea"/>
            </a:endParaRPr>
          </a:p>
        </p:txBody>
      </p:sp>
    </p:spTree>
    <p:custDataLst>
      <p:tags r:id="rId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p:txBody>
          <a:bodyPr/>
          <a:lstStyle/>
          <a:p>
            <a:r>
              <a:rPr lang="en-US" altLang="zh-CN"/>
              <a:t>THANK YOU</a:t>
            </a:r>
            <a:endParaRPr lang="en-US" altLang="zh-CN"/>
          </a:p>
        </p:txBody>
      </p:sp>
      <p:sp>
        <p:nvSpPr>
          <p:cNvPr id="5" name="副标题"/>
          <p:cNvSpPr>
            <a:spLocks noGrp="1"/>
          </p:cNvSpPr>
          <p:nvPr>
            <p:ph type="subTitle" idx="1"/>
            <p:custDataLst>
              <p:tags r:id="rId2"/>
            </p:custDataLst>
          </p:nvPr>
        </p:nvSpPr>
        <p:spPr/>
        <p:txBody>
          <a:bodyPr/>
          <a:lstStyle/>
          <a:p>
            <a:pPr lvl="0"/>
            <a:r>
              <a:rPr lang="en-US" altLang="zh-CN"/>
              <a:t>单击此处添加副标题内容</a:t>
            </a:r>
            <a:endParaRPr lang="en-US" altLang="zh-CN"/>
          </a:p>
        </p:txBody>
      </p:sp>
      <p:sp>
        <p:nvSpPr>
          <p:cNvPr id="10" name="署名"/>
          <p:cNvSpPr>
            <a:spLocks noGrp="1"/>
          </p:cNvSpPr>
          <p:nvPr>
            <p:ph type="body" sz="quarter" idx="17"/>
            <p:custDataLst>
              <p:tags r:id="rId3"/>
            </p:custDataLst>
          </p:nvPr>
        </p:nvSpPr>
        <p:spPr>
          <a:xfrm flipH="1">
            <a:off x="5804810" y="5087100"/>
            <a:ext cx="2138400" cy="432000"/>
          </a:xfrm>
        </p:spPr>
        <p:txBody>
          <a:bodyPr/>
          <a:lstStyle/>
          <a:p>
            <a:r>
              <a:rPr lang="en-US" altLang="zh-CN"/>
              <a:t>汇报人：</a:t>
            </a:r>
            <a:r>
              <a:rPr lang="zh-CN" altLang="en-US"/>
              <a:t>吴颖哲</a:t>
            </a:r>
            <a:endParaRPr lang="zh-CN" altLang="en-US"/>
          </a:p>
        </p:txBody>
      </p:sp>
    </p:spTree>
    <p:custDataLst>
      <p:tags r:id="rId4"/>
    </p:custDataLst>
  </p:cSld>
  <p:clrMapOvr>
    <a:masterClrMapping/>
  </p:clrMapOvr>
</p:sld>
</file>

<file path=ppt/tags/tag1.xml><?xml version="1.0" encoding="utf-8"?>
<p:tagLst xmlns:p="http://schemas.openxmlformats.org/presentationml/2006/main">
  <p:tag name="KSO_WM_UNIT_TYPE" val="i"/>
  <p:tag name="KSO_WM_UNIT_INDEX" val="7"/>
  <p:tag name="KSO_WM_BEAUTIFY_FLAG" val="#wm#"/>
  <p:tag name="KSO_WM_TAG_VERSION" val="3.0"/>
  <p:tag name="KSO_WM_UNIT_ID" val="_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xml><?xml version="1.0" encoding="utf-8"?>
<p:tagLst xmlns:p="http://schemas.openxmlformats.org/presentationml/2006/main">
  <p:tag name="KSO_WM_UNIT_TYPE" val="i"/>
  <p:tag name="KSO_WM_UNIT_INDEX" val="9"/>
  <p:tag name="KSO_WM_BEAUTIFY_FLAG" val="#wm#"/>
  <p:tag name="KSO_WM_TAG_VERSION" val="3.0"/>
  <p:tag name="KSO_WM_UNIT_ID" val="_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p="http://schemas.openxmlformats.org/presentationml/2006/main">
  <p:tag name="KSO_WM_UNIT_TYPE" val="i"/>
  <p:tag name="KSO_WM_UNIT_INDEX" val="8"/>
  <p:tag name="KSO_WM_BEAUTIFY_FLAG" val="#wm#"/>
  <p:tag name="KSO_WM_TAG_VERSION" val="3.0"/>
  <p:tag name="KSO_WM_UNIT_ID" val="_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xml><?xml version="1.0" encoding="utf-8"?>
<p:tagLst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xml><?xml version="1.0" encoding="utf-8"?>
<p:tagLst xmlns:p="http://schemas.openxmlformats.org/presentationml/2006/main">
  <p:tag name="KSO_WM_UNIT_TYPE" val="i"/>
  <p:tag name="KSO_WM_UNIT_INDEX" val="6"/>
  <p:tag name="KSO_WM_BEAUTIFY_FLAG" val="#wm#"/>
  <p:tag name="KSO_WM_TAG_VERSION" val="3.0"/>
  <p:tag name="KSO_WM_UNIT_ID" val="_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p="http://schemas.openxmlformats.org/presentationml/2006/main">
  <p:tag name="KSO_WM_UNIT_TYPE" val="a"/>
  <p:tag name="KSO_WM_UNIT_INDEX" val="1"/>
  <p:tag name="KSO_WM_BEAUTIFY_FLAG" val="#wm#"/>
  <p:tag name="KSO_WM_TAG_VERSION" val="3.0"/>
  <p:tag name="KSO_WM_UNIT_PRESET_TEXT" val="单击编辑母版标题"/>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0"/>
</p:tagLst>
</file>

<file path=ppt/tags/tag11.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9"/>
</p:tagLst>
</file>

<file path=ppt/tags/tag1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1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7.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18.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3"/>
</p:tagLst>
</file>

<file path=ppt/tags/tag22.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xml><?xml version="1.0" encoding="utf-8"?>
<p:tagLst xmlns:p="http://schemas.openxmlformats.org/presentationml/2006/main">
  <p:tag name="KSO_WM_UNIT_TYPE" val="i"/>
  <p:tag name="KSO_WM_UNIT_INDEX" val="5"/>
  <p:tag name="KSO_WM_BEAUTIFY_FLAG" val="#wm#"/>
  <p:tag name="KSO_WM_TAG_VERSION" val="3.0"/>
  <p:tag name="KSO_WM_UNIT_ID" val="_3*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xml><?xml version="1.0" encoding="utf-8"?>
<p:tagLst xmlns:p="http://schemas.openxmlformats.org/presentationml/2006/main">
  <p:tag name="KSO_WM_UNIT_TYPE" val="i"/>
  <p:tag name="KSO_WM_UNIT_INDEX" val="6"/>
  <p:tag name="KSO_WM_BEAUTIFY_FLAG" val="#wm#"/>
  <p:tag name="KSO_WM_TAG_VERSION" val="3.0"/>
  <p:tag name="KSO_WM_UNIT_ID" val="_3*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xml><?xml version="1.0" encoding="utf-8"?>
<p:tagLst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xml><?xml version="1.0" encoding="utf-8"?>
<p:tagLst xmlns:p="http://schemas.openxmlformats.org/presentationml/2006/main">
  <p:tag name="KSO_WM_UNIT_TYPE" val="i"/>
  <p:tag name="KSO_WM_UNIT_INDEX" val="4"/>
  <p:tag name="KSO_WM_BEAUTIFY_FLAG" val="#wm#"/>
  <p:tag name="KSO_WM_TAG_VERSION" val="3.0"/>
  <p:tag name="KSO_WM_UNIT_ID" val="_3*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9.xml><?xml version="1.0" encoding="utf-8"?>
<p:tagLst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xml><?xml version="1.0" encoding="utf-8"?>
<p:tagLst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2.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3.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4.xml><?xml version="1.0" encoding="utf-8"?>
<p:tagLst xmlns:p="http://schemas.openxmlformats.org/presentationml/2006/main">
  <p:tag name="KSO_WM_UNIT_TYPE" val="i"/>
  <p:tag name="KSO_WM_UNIT_INDEX" val="9"/>
  <p:tag name="KSO_WM_BEAUTIFY_FLAG" val="#wm#"/>
  <p:tag name="KSO_WM_TAG_VERSION" val="3.0"/>
  <p:tag name="KSO_WM_UNIT_ID" val="_4*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5.xml><?xml version="1.0" encoding="utf-8"?>
<p:tagLst xmlns:p="http://schemas.openxmlformats.org/presentationml/2006/main">
  <p:tag name="KSO_WM_UNIT_TYPE" val="i"/>
  <p:tag name="KSO_WM_UNIT_INDEX" val="10"/>
  <p:tag name="KSO_WM_BEAUTIFY_FLAG" val="#wm#"/>
  <p:tag name="KSO_WM_TAG_VERSION" val="3.0"/>
  <p:tag name="KSO_WM_UNIT_ID" val="_4*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6.xml><?xml version="1.0" encoding="utf-8"?>
<p:tagLst xmlns:p="http://schemas.openxmlformats.org/presentationml/2006/main">
  <p:tag name="KSO_WM_UNIT_TYPE" val="i"/>
  <p:tag name="KSO_WM_UNIT_INDEX" val="7"/>
  <p:tag name="KSO_WM_BEAUTIFY_FLAG" val="#wm#"/>
  <p:tag name="KSO_WM_TAG_VERSION" val="3.0"/>
  <p:tag name="KSO_WM_UNIT_ID" val="_4*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7.xml><?xml version="1.0" encoding="utf-8"?>
<p:tagLst xmlns:p="http://schemas.openxmlformats.org/presentationml/2006/main">
  <p:tag name="KSO_WM_UNIT_TYPE" val="i"/>
  <p:tag name="KSO_WM_UNIT_INDEX" val="8"/>
  <p:tag name="KSO_WM_BEAUTIFY_FLAG" val="#wm#"/>
  <p:tag name="KSO_WM_TAG_VERSION" val="3.0"/>
  <p:tag name="KSO_WM_UNIT_ID" val="_4*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8.xml><?xml version="1.0" encoding="utf-8"?>
<p:tagLst xmlns:p="http://schemas.openxmlformats.org/presentationml/2006/main">
  <p:tag name="KSO_WM_UNIT_TYPE" val="i"/>
  <p:tag name="KSO_WM_UNIT_INDEX" val="6"/>
  <p:tag name="KSO_WM_BEAUTIFY_FLAG" val="#wm#"/>
  <p:tag name="KSO_WM_TAG_VERSION" val="3.0"/>
  <p:tag name="KSO_WM_UNIT_ID" val="_4*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9.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0.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1.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42.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3.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4.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5.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47.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48.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49.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0.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1.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2.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标题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53.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Lst>
</file>

<file path=ppt/tags/tag54.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标题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55.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Lst>
</file>

<file path=ppt/tags/tag56.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7.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8.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0.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1.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2.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3.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4.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5.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6.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7.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68.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9.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0.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1.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41"/>
</p:tagLst>
</file>

<file path=ppt/tags/tag72.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3.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4.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76.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7.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8.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9.xml><?xml version="1.0" encoding="utf-8"?>
<p:tagLst xmlns:p="http://schemas.openxmlformats.org/presentationml/2006/main">
  <p:tag name="KSO_WM_UNIT_TYPE" val="i"/>
  <p:tag name="KSO_WM_UNIT_INDEX" val="8"/>
  <p:tag name="KSO_WM_BEAUTIFY_FLAG" val="#wm#"/>
  <p:tag name="KSO_WM_TAG_VERSION" val="3.0"/>
  <p:tag name="KSO_WM_UNIT_ID" val="_1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0.xml><?xml version="1.0" encoding="utf-8"?>
<p:tagLst xmlns:p="http://schemas.openxmlformats.org/presentationml/2006/main">
  <p:tag name="KSO_WM_UNIT_TYPE" val="i"/>
  <p:tag name="KSO_WM_UNIT_INDEX" val="9"/>
  <p:tag name="KSO_WM_BEAUTIFY_FLAG" val="#wm#"/>
  <p:tag name="KSO_WM_TAG_VERSION" val="3.0"/>
  <p:tag name="KSO_WM_UNIT_ID" val="_1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1.xml><?xml version="1.0" encoding="utf-8"?>
<p:tagLst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2.xml><?xml version="1.0" encoding="utf-8"?>
<p:tagLst xmlns:p="http://schemas.openxmlformats.org/presentationml/2006/main">
  <p:tag name="KSO_WM_UNIT_TYPE" val="i"/>
  <p:tag name="KSO_WM_UNIT_INDEX" val="7"/>
  <p:tag name="KSO_WM_BEAUTIFY_FLAG" val="#wm#"/>
  <p:tag name="KSO_WM_TAG_VERSION" val="3.0"/>
  <p:tag name="KSO_WM_UNIT_ID" val="_1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3.xml><?xml version="1.0" encoding="utf-8"?>
<p:tagLst xmlns:p="http://schemas.openxmlformats.org/presentationml/2006/main">
  <p:tag name="KSO_WM_UNIT_TYPE" val="i"/>
  <p:tag name="KSO_WM_UNIT_INDEX" val="5"/>
  <p:tag name="KSO_WM_BEAUTIFY_FLAG" val="#wm#"/>
  <p:tag name="KSO_WM_TAG_VERSION" val="3.0"/>
  <p:tag name="KSO_WM_UNIT_ID" val="_1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4.xml><?xml version="1.0" encoding="utf-8"?>
<p:tagLst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5.xml><?xml version="1.0" encoding="utf-8"?>
<p:tagLst xmlns:p="http://schemas.openxmlformats.org/presentationml/2006/main">
  <p:tag name="KSO_WM_UNIT_TYPE" val="a"/>
  <p:tag name="KSO_WM_UNIT_INDEX" val="1"/>
  <p:tag name="KSO_WM_BEAUTIFY_FLAG" val="#wm#"/>
  <p:tag name="KSO_WM_TAG_VERSION" val="3.0"/>
  <p:tag name="KSO_WM_UNIT_PRESET_TEXT" val="编辑母版标题"/>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7"/>
</p:tagLst>
</file>

<file path=ppt/tags/tag86.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2"/>
</p:tagLst>
</file>

<file path=ppt/tags/tag87.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8.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9.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0.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22"/>
</p:tagLst>
</file>

<file path=ppt/tags/tag91.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2.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3.xml><?xml version="1.0" encoding="utf-8"?>
<p:tagLst xmlns:p="http://schemas.openxmlformats.org/presentationml/2006/main">
  <p:tag name="KSO_WM_UNIT_TYPE" val="i"/>
  <p:tag name="KSO_WM_UNIT_INDEX" val="3"/>
  <p:tag name="KSO_WM_BEAUTIFY_FLAG" val="#wm#"/>
  <p:tag name="KSO_WM_TAG_VERSION" val="3.0"/>
  <p:tag name="KSO_WM_UNIT_ID" val="_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4.xml><?xml version="1.0" encoding="utf-8"?>
<p:tagLst xmlns:p="http://schemas.openxmlformats.org/presentationml/2006/main">
  <p:tag name="KSO_WM_UNIT_TYPE" val="i"/>
  <p:tag name="KSO_WM_UNIT_INDEX" val="4"/>
  <p:tag name="KSO_WM_BEAUTIFY_FLAG" val="#wm#"/>
  <p:tag name="KSO_WM_TAG_VERSION" val="3.0"/>
  <p:tag name="KSO_WM_UNIT_ID" val="_0*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5.xml><?xml version="1.0" encoding="utf-8"?>
<p:tagLst xmlns:p="http://schemas.openxmlformats.org/presentationml/2006/main">
  <p:tag name="KSO_WM_UNIT_TYPE" val="i"/>
  <p:tag name="KSO_WM_UNIT_INDEX" val="5"/>
  <p:tag name="KSO_WM_BEAUTIFY_FLAG" val="#wm#"/>
  <p:tag name="KSO_WM_TAG_VERSION" val="3.0"/>
  <p:tag name="KSO_WM_UNIT_ID" val="_0*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6.xml><?xml version="1.0" encoding="utf-8"?>
<p:tagLst xmlns:p="http://schemas.openxmlformats.org/presentationml/2006/main">
  <p:tag name="KSO_WM_UNIT_TYPE" val="i"/>
  <p:tag name="KSO_WM_UNIT_INDEX" val="6"/>
  <p:tag name="KSO_WM_BEAUTIFY_FLAG" val="#wm#"/>
  <p:tag name="KSO_WM_TAG_VERSION" val="3.0"/>
  <p:tag name="KSO_WM_UNIT_ID" val="_0*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7.xml><?xml version="1.0" encoding="utf-8"?>
<p:tagLst xmlns:p="http://schemas.openxmlformats.org/presentationml/2006/main">
  <p:tag name="KSO_WM_UNIT_TYPE" val="i"/>
  <p:tag name="KSO_WM_UNIT_INDEX" val="7"/>
  <p:tag name="KSO_WM_BEAUTIFY_FLAG" val="#wm#"/>
  <p:tag name="KSO_WM_TAG_VERSION" val="3.0"/>
  <p:tag name="KSO_WM_UNIT_ID" val="_0*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8.xml><?xml version="1.0" encoding="utf-8"?>
<p:tagLst xmlns:p="http://schemas.openxmlformats.org/presentationml/2006/main">
  <p:tag name="KSO_WM_UNIT_TYPE" val="i"/>
  <p:tag name="KSO_WM_UNIT_INDEX" val="8"/>
  <p:tag name="KSO_WM_BEAUTIFY_FLAG" val="#wm#"/>
  <p:tag name="KSO_WM_TAG_VERSION" val="3.0"/>
  <p:tag name="KSO_WM_UNIT_ID" val="_0*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9.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8617"/>
</p:tagLst>
</file>

<file path=ppt/tags/tag100.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TEMPLATE_CATEGORY" val="custom"/>
  <p:tag name="KSO_WM_TEMPLATE_INDEX" val="20238617"/>
</p:tagLst>
</file>

<file path=ppt/tags/tag101.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2.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3.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4.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8617"/>
  <p:tag name="KSO_WM_TEMPLATE_CATEGORY" val="custom"/>
  <p:tag name="KSO_WM_TEMPLATE_MASTER_TYPE" val="0"/>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
  <p:tag name="KSO_WM_UNIT_LAYERLEVEL" val="1"/>
  <p:tag name="KSO_WM_TAG_VERSION" val="3.0"/>
  <p:tag name="KSO_WM_BEAUTIFY_FLAG" val="#wm#"/>
  <p:tag name="KSO_WM_UNIT_TYPE" val="i"/>
  <p:tag name="KSO_WM_UNIT_INDEX"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3"/>
  <p:tag name="KSO_WM_UNIT_LAYERLEVEL" val="1"/>
  <p:tag name="KSO_WM_TAG_VERSION" val="3.0"/>
  <p:tag name="KSO_WM_BEAUTIFY_FLAG" val="#wm#"/>
  <p:tag name="KSO_WM_UNIT_TYPE" val="i"/>
  <p:tag name="KSO_WM_UNIT_INDEX" val="3"/>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4"/>
  <p:tag name="KSO_WM_UNIT_LAYERLEVEL" val="1"/>
  <p:tag name="KSO_WM_TAG_VERSION" val="3.0"/>
  <p:tag name="KSO_WM_BEAUTIFY_FLAG" val="#wm#"/>
  <p:tag name="KSO_WM_UNIT_TYPE" val="i"/>
  <p:tag name="KSO_WM_UNIT_INDEX" val="4"/>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5"/>
  <p:tag name="KSO_WM_UNIT_LAYERLEVEL" val="1"/>
  <p:tag name="KSO_WM_TAG_VERSION" val="3.0"/>
  <p:tag name="KSO_WM_BEAUTIFY_FLAG" val="#wm#"/>
  <p:tag name="KSO_WM_UNIT_TYPE" val="i"/>
  <p:tag name="KSO_WM_UNIT_INDEX" val="5"/>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6"/>
  <p:tag name="KSO_WM_UNIT_LAYERLEVEL" val="1"/>
  <p:tag name="KSO_WM_TAG_VERSION" val="3.0"/>
  <p:tag name="KSO_WM_BEAUTIFY_FLAG" val="#wm#"/>
  <p:tag name="KSO_WM_UNIT_TYPE" val="i"/>
  <p:tag name="KSO_WM_UNIT_INDEX" val="6"/>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1"/>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1"/>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6"/>
  <p:tag name="KSO_WM_UNIT_TYPE" val="a"/>
  <p:tag name="KSO_WM_UNIT_INDEX" val="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BEAUTIFY_FLAG" val="#wm#"/>
  <p:tag name="KSO_WM_UNIT_TYPE" val="i"/>
  <p:tag name="KSO_WM_UNIT_INDEX" val="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BEAUTIFY_FLAG" val="#wm#"/>
  <p:tag name="KSO_WM_UNIT_TYPE" val="i"/>
  <p:tag name="KSO_WM_UNIT_INDEX"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BEAUTIFY_FLAG" val="#wm#"/>
  <p:tag name="KSO_WM_UNIT_TYPE" val="i"/>
  <p:tag name="KSO_WM_UNIT_INDEX" val="3"/>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BEAUTIFY_FLAG" val="#wm#"/>
  <p:tag name="KSO_WM_UNIT_TYPE" val="i"/>
  <p:tag name="KSO_WM_UNIT_INDEX" val="2"/>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3"/>
  <p:tag name="KSO_WM_UNIT_LAYERLEVEL" val="1"/>
  <p:tag name="KSO_WM_TAG_VERSION" val="3.0"/>
  <p:tag name="KSO_WM_BEAUTIFY_FLAG" val="#wm#"/>
  <p:tag name="KSO_WM_UNIT_TYPE" val="i"/>
  <p:tag name="KSO_WM_UNIT_INDEX" val="3"/>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4"/>
  <p:tag name="KSO_WM_UNIT_LAYERLEVEL" val="1"/>
  <p:tag name="KSO_WM_TAG_VERSION" val="3.0"/>
  <p:tag name="KSO_WM_BEAUTIFY_FLAG" val="#wm#"/>
  <p:tag name="KSO_WM_UNIT_TYPE" val="i"/>
  <p:tag name="KSO_WM_UNIT_INDEX" val="4"/>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14"/>
  <p:tag name="KSO_WM_UNIT_TYPE" val="a"/>
  <p:tag name="KSO_WM_UNIT_INDEX" val="1"/>
</p:tagLst>
</file>

<file path=ppt/tags/tag132.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_4*e*1"/>
  <p:tag name="KSO_WM_UNIT_LAYERLEVEL" val="1"/>
  <p:tag name="KSO_WM_TAG_VERSION" val="3.0"/>
  <p:tag name="KSO_WM_BEAUTIFY_FLAG" val="#wm#"/>
  <p:tag name="KSO_WM_UNIT_PRESET_TEXT" val="节编号"/>
  <p:tag name="KSO_WM_UNIT_NOCLEAR" val="0"/>
  <p:tag name="KSO_WM_UNIT_VALUE" val="13"/>
  <p:tag name="KSO_WM_UNIT_TYPE" val="e"/>
  <p:tag name="KSO_WM_UNIT_INDEX"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2"/>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2"/>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1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1_1"/>
  <p:tag name="KSO_WM_UNIT_ISCONTENTSTITLE" val="0"/>
  <p:tag name="KSO_WM_UNIT_ISNUMDGMTITLE" val="0"/>
  <p:tag name="KSO_WM_UNIT_VALUE" val="19"/>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1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1_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2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2_1"/>
  <p:tag name="KSO_WM_UNIT_ISCONTENTSTITLE" val="0"/>
  <p:tag name="KSO_WM_UNIT_ISNUMDGMTITLE" val="0"/>
  <p:tag name="KSO_WM_UNIT_VALUE" val="19"/>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2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2_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96"/>
  <p:tag name="KSO_WM_UNIT_TYPE" val="f"/>
  <p:tag name="KSO_WM_UNIT_INDEX" val="1"/>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40"/>
  <p:tag name="KSO_WM_UNIT_TYPE" val="b"/>
  <p:tag name="KSO_WM_UNIT_INDEX" val="1"/>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BEAUTIFY_FLAG" val="#wm#"/>
  <p:tag name="KSO_WM_UNIT_TYPE" val="i"/>
  <p:tag name="KSO_WM_UNIT_INDEX" val="3"/>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4"/>
  <p:tag name="KSO_WM_UNIT_LAYERLEVEL" val="1"/>
  <p:tag name="KSO_WM_TAG_VERSION" val="3.0"/>
  <p:tag name="KSO_WM_BEAUTIFY_FLAG" val="#wm#"/>
  <p:tag name="KSO_WM_UNIT_TYPE" val="i"/>
  <p:tag name="KSO_WM_UNIT_INDEX" val="4"/>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5"/>
  <p:tag name="KSO_WM_UNIT_LAYERLEVEL" val="1"/>
  <p:tag name="KSO_WM_TAG_VERSION" val="3.0"/>
  <p:tag name="KSO_WM_BEAUTIFY_FLAG" val="#wm#"/>
  <p:tag name="KSO_WM_UNIT_TYPE" val="i"/>
  <p:tag name="KSO_WM_UNIT_INDEX" val="5"/>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NOCLEAR" val="0"/>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1"/>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1"/>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3"/>
  <p:tag name="KSO_WM_UNIT_LAYERLEVEL" val="1"/>
  <p:tag name="KSO_WM_TAG_VERSION" val="3.0"/>
  <p:tag name="KSO_WM_BEAUTIFY_FLAG" val="#wm#"/>
  <p:tag name="KSO_WM_UNIT_TYPE" val="i"/>
  <p:tag name="KSO_WM_UNIT_INDEX" val="3"/>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UNIT_VALUE" val="25"/>
  <p:tag name="KSO_WM_TEMPLATE_CATEGORY" val="custom"/>
  <p:tag name="KSO_WM_TEMPLATE_INDEX" val="20233105"/>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TEMPLATE_CATEGORY" val="custom"/>
  <p:tag name="KSO_WM_TEMPLATE_INDEX" val="20233105"/>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84.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105"/>
  <p:tag name="KSO_WM_TEMPLATE_THUMBS_INDEX" val="1、9"/>
</p:tagLst>
</file>

<file path=ppt/tags/tag185.xml><?xml version="1.0" encoding="utf-8"?>
<p:tagLst xmlns:p="http://schemas.openxmlformats.org/presentationml/2006/main">
  <p:tag name="KSO_WM_UNIT_TYPE" val="i"/>
  <p:tag name="KSO_WM_UNIT_INDEX" val="7"/>
  <p:tag name="KSO_WM_BEAUTIFY_FLAG" val="#wm#"/>
  <p:tag name="KSO_WM_TAG_VERSION" val="3.0"/>
  <p:tag name="KSO_WM_UNIT_ID" val="_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6.xml><?xml version="1.0" encoding="utf-8"?>
<p:tagLst xmlns:p="http://schemas.openxmlformats.org/presentationml/2006/main">
  <p:tag name="KSO_WM_UNIT_TYPE" val="i"/>
  <p:tag name="KSO_WM_UNIT_INDEX" val="9"/>
  <p:tag name="KSO_WM_BEAUTIFY_FLAG" val="#wm#"/>
  <p:tag name="KSO_WM_TAG_VERSION" val="3.0"/>
  <p:tag name="KSO_WM_UNIT_ID" val="_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7.xml><?xml version="1.0" encoding="utf-8"?>
<p:tagLst xmlns:p="http://schemas.openxmlformats.org/presentationml/2006/main">
  <p:tag name="KSO_WM_UNIT_TYPE" val="i"/>
  <p:tag name="KSO_WM_UNIT_INDEX" val="8"/>
  <p:tag name="KSO_WM_BEAUTIFY_FLAG" val="#wm#"/>
  <p:tag name="KSO_WM_TAG_VERSION" val="3.0"/>
  <p:tag name="KSO_WM_UNIT_ID" val="_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8.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9.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0.xml><?xml version="1.0" encoding="utf-8"?>
<p:tagLst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1.xml><?xml version="1.0" encoding="utf-8"?>
<p:tagLst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2.xml><?xml version="1.0" encoding="utf-8"?>
<p:tagLst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3.xml><?xml version="1.0" encoding="utf-8"?>
<p:tagLst xmlns:p="http://schemas.openxmlformats.org/presentationml/2006/main">
  <p:tag name="KSO_WM_UNIT_TYPE" val="i"/>
  <p:tag name="KSO_WM_UNIT_INDEX" val="6"/>
  <p:tag name="KSO_WM_BEAUTIFY_FLAG" val="#wm#"/>
  <p:tag name="KSO_WM_TAG_VERSION" val="3.0"/>
  <p:tag name="KSO_WM_UNIT_ID" val="_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4.xml><?xml version="1.0" encoding="utf-8"?>
<p:tagLst xmlns:p="http://schemas.openxmlformats.org/presentationml/2006/main">
  <p:tag name="KSO_WM_UNIT_TYPE" val="a"/>
  <p:tag name="KSO_WM_UNIT_INDEX" val="1"/>
  <p:tag name="KSO_WM_BEAUTIFY_FLAG" val="#wm#"/>
  <p:tag name="KSO_WM_TAG_VERSION" val="3.0"/>
  <p:tag name="KSO_WM_UNIT_PRESET_TEXT" val="单击编辑母版标题"/>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0"/>
</p:tagLst>
</file>

<file path=ppt/tags/tag195.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9"/>
</p:tagLst>
</file>

<file path=ppt/tags/tag19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9.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200.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01.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202.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3.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4.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5.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3"/>
</p:tagLst>
</file>

<file path=ppt/tags/tag206.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7.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8.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9.xml><?xml version="1.0" encoding="utf-8"?>
<p:tagLst xmlns:p="http://schemas.openxmlformats.org/presentationml/2006/main">
  <p:tag name="KSO_WM_UNIT_TYPE" val="i"/>
  <p:tag name="KSO_WM_UNIT_INDEX" val="5"/>
  <p:tag name="KSO_WM_BEAUTIFY_FLAG" val="#wm#"/>
  <p:tag name="KSO_WM_TAG_VERSION" val="3.0"/>
  <p:tag name="KSO_WM_UNIT_ID" val="_3*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0.xml><?xml version="1.0" encoding="utf-8"?>
<p:tagLst xmlns:p="http://schemas.openxmlformats.org/presentationml/2006/main">
  <p:tag name="KSO_WM_UNIT_TYPE" val="i"/>
  <p:tag name="KSO_WM_UNIT_INDEX" val="6"/>
  <p:tag name="KSO_WM_BEAUTIFY_FLAG" val="#wm#"/>
  <p:tag name="KSO_WM_TAG_VERSION" val="3.0"/>
  <p:tag name="KSO_WM_UNIT_ID" val="_3*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1.xml><?xml version="1.0" encoding="utf-8"?>
<p:tagLst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2.xml><?xml version="1.0" encoding="utf-8"?>
<p:tagLst xmlns:p="http://schemas.openxmlformats.org/presentationml/2006/main">
  <p:tag name="KSO_WM_UNIT_TYPE" val="i"/>
  <p:tag name="KSO_WM_UNIT_INDEX" val="4"/>
  <p:tag name="KSO_WM_BEAUTIFY_FLAG" val="#wm#"/>
  <p:tag name="KSO_WM_TAG_VERSION" val="3.0"/>
  <p:tag name="KSO_WM_UNIT_ID" val="_3*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3.xml><?xml version="1.0" encoding="utf-8"?>
<p:tagLst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4.xml><?xml version="1.0" encoding="utf-8"?>
<p:tagLst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5.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6.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7.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8.xml><?xml version="1.0" encoding="utf-8"?>
<p:tagLst xmlns:p="http://schemas.openxmlformats.org/presentationml/2006/main">
  <p:tag name="KSO_WM_UNIT_TYPE" val="i"/>
  <p:tag name="KSO_WM_UNIT_INDEX" val="9"/>
  <p:tag name="KSO_WM_BEAUTIFY_FLAG" val="#wm#"/>
  <p:tag name="KSO_WM_TAG_VERSION" val="3.0"/>
  <p:tag name="KSO_WM_UNIT_ID" val="_4*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9.xml><?xml version="1.0" encoding="utf-8"?>
<p:tagLst xmlns:p="http://schemas.openxmlformats.org/presentationml/2006/main">
  <p:tag name="KSO_WM_UNIT_TYPE" val="i"/>
  <p:tag name="KSO_WM_UNIT_INDEX" val="10"/>
  <p:tag name="KSO_WM_BEAUTIFY_FLAG" val="#wm#"/>
  <p:tag name="KSO_WM_TAG_VERSION" val="3.0"/>
  <p:tag name="KSO_WM_UNIT_ID" val="_4*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0.xml><?xml version="1.0" encoding="utf-8"?>
<p:tagLst xmlns:p="http://schemas.openxmlformats.org/presentationml/2006/main">
  <p:tag name="KSO_WM_UNIT_TYPE" val="i"/>
  <p:tag name="KSO_WM_UNIT_INDEX" val="7"/>
  <p:tag name="KSO_WM_BEAUTIFY_FLAG" val="#wm#"/>
  <p:tag name="KSO_WM_TAG_VERSION" val="3.0"/>
  <p:tag name="KSO_WM_UNIT_ID" val="_4*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1.xml><?xml version="1.0" encoding="utf-8"?>
<p:tagLst xmlns:p="http://schemas.openxmlformats.org/presentationml/2006/main">
  <p:tag name="KSO_WM_UNIT_TYPE" val="i"/>
  <p:tag name="KSO_WM_UNIT_INDEX" val="8"/>
  <p:tag name="KSO_WM_BEAUTIFY_FLAG" val="#wm#"/>
  <p:tag name="KSO_WM_TAG_VERSION" val="3.0"/>
  <p:tag name="KSO_WM_UNIT_ID" val="_4*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2.xml><?xml version="1.0" encoding="utf-8"?>
<p:tagLst xmlns:p="http://schemas.openxmlformats.org/presentationml/2006/main">
  <p:tag name="KSO_WM_UNIT_TYPE" val="i"/>
  <p:tag name="KSO_WM_UNIT_INDEX" val="6"/>
  <p:tag name="KSO_WM_BEAUTIFY_FLAG" val="#wm#"/>
  <p:tag name="KSO_WM_TAG_VERSION" val="3.0"/>
  <p:tag name="KSO_WM_UNIT_ID" val="_4*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3.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4.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26.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7.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8.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9.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0.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31.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232.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233.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4.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5.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6.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标题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237.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Lst>
</file>

<file path=ppt/tags/tag238.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标题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239.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Lst>
</file>

<file path=ppt/tags/tag240.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1.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2.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3.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4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45.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6.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7.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8.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9.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0.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1.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252.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3.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4.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5.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41"/>
</p:tagLst>
</file>

<file path=ppt/tags/tag256.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7.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8.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260.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1.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2.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3.xml><?xml version="1.0" encoding="utf-8"?>
<p:tagLst xmlns:p="http://schemas.openxmlformats.org/presentationml/2006/main">
  <p:tag name="KSO_WM_UNIT_TYPE" val="i"/>
  <p:tag name="KSO_WM_UNIT_INDEX" val="8"/>
  <p:tag name="KSO_WM_BEAUTIFY_FLAG" val="#wm#"/>
  <p:tag name="KSO_WM_TAG_VERSION" val="3.0"/>
  <p:tag name="KSO_WM_UNIT_ID" val="_1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4.xml><?xml version="1.0" encoding="utf-8"?>
<p:tagLst xmlns:p="http://schemas.openxmlformats.org/presentationml/2006/main">
  <p:tag name="KSO_WM_UNIT_TYPE" val="i"/>
  <p:tag name="KSO_WM_UNIT_INDEX" val="9"/>
  <p:tag name="KSO_WM_BEAUTIFY_FLAG" val="#wm#"/>
  <p:tag name="KSO_WM_TAG_VERSION" val="3.0"/>
  <p:tag name="KSO_WM_UNIT_ID" val="_1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5.xml><?xml version="1.0" encoding="utf-8"?>
<p:tagLst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6.xml><?xml version="1.0" encoding="utf-8"?>
<p:tagLst xmlns:p="http://schemas.openxmlformats.org/presentationml/2006/main">
  <p:tag name="KSO_WM_UNIT_TYPE" val="i"/>
  <p:tag name="KSO_WM_UNIT_INDEX" val="7"/>
  <p:tag name="KSO_WM_BEAUTIFY_FLAG" val="#wm#"/>
  <p:tag name="KSO_WM_TAG_VERSION" val="3.0"/>
  <p:tag name="KSO_WM_UNIT_ID" val="_1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7.xml><?xml version="1.0" encoding="utf-8"?>
<p:tagLst xmlns:p="http://schemas.openxmlformats.org/presentationml/2006/main">
  <p:tag name="KSO_WM_UNIT_TYPE" val="i"/>
  <p:tag name="KSO_WM_UNIT_INDEX" val="5"/>
  <p:tag name="KSO_WM_BEAUTIFY_FLAG" val="#wm#"/>
  <p:tag name="KSO_WM_TAG_VERSION" val="3.0"/>
  <p:tag name="KSO_WM_UNIT_ID" val="_1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8.xml><?xml version="1.0" encoding="utf-8"?>
<p:tagLst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9.xml><?xml version="1.0" encoding="utf-8"?>
<p:tagLst xmlns:p="http://schemas.openxmlformats.org/presentationml/2006/main">
  <p:tag name="KSO_WM_UNIT_TYPE" val="a"/>
  <p:tag name="KSO_WM_UNIT_INDEX" val="1"/>
  <p:tag name="KSO_WM_BEAUTIFY_FLAG" val="#wm#"/>
  <p:tag name="KSO_WM_TAG_VERSION" val="3.0"/>
  <p:tag name="KSO_WM_UNIT_PRESET_TEXT" val="编辑母版标题"/>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7"/>
</p:tagLst>
</file>

<file path=ppt/tags/tag270.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2"/>
</p:tagLst>
</file>

<file path=ppt/tags/tag271.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2.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3.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4.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22"/>
</p:tagLst>
</file>

<file path=ppt/tags/tag275.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6.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7.xml><?xml version="1.0" encoding="utf-8"?>
<p:tagLst xmlns:p="http://schemas.openxmlformats.org/presentationml/2006/main">
  <p:tag name="KSO_WM_UNIT_TYPE" val="i"/>
  <p:tag name="KSO_WM_UNIT_INDEX" val="3"/>
  <p:tag name="KSO_WM_BEAUTIFY_FLAG" val="#wm#"/>
  <p:tag name="KSO_WM_TAG_VERSION" val="3.0"/>
  <p:tag name="KSO_WM_UNIT_ID" val="_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8.xml><?xml version="1.0" encoding="utf-8"?>
<p:tagLst xmlns:p="http://schemas.openxmlformats.org/presentationml/2006/main">
  <p:tag name="KSO_WM_UNIT_TYPE" val="i"/>
  <p:tag name="KSO_WM_UNIT_INDEX" val="4"/>
  <p:tag name="KSO_WM_BEAUTIFY_FLAG" val="#wm#"/>
  <p:tag name="KSO_WM_TAG_VERSION" val="3.0"/>
  <p:tag name="KSO_WM_UNIT_ID" val="_0*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9.xml><?xml version="1.0" encoding="utf-8"?>
<p:tagLst xmlns:p="http://schemas.openxmlformats.org/presentationml/2006/main">
  <p:tag name="KSO_WM_UNIT_TYPE" val="i"/>
  <p:tag name="KSO_WM_UNIT_INDEX" val="5"/>
  <p:tag name="KSO_WM_BEAUTIFY_FLAG" val="#wm#"/>
  <p:tag name="KSO_WM_TAG_VERSION" val="3.0"/>
  <p:tag name="KSO_WM_UNIT_ID" val="_0*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0.xml><?xml version="1.0" encoding="utf-8"?>
<p:tagLst xmlns:p="http://schemas.openxmlformats.org/presentationml/2006/main">
  <p:tag name="KSO_WM_UNIT_TYPE" val="i"/>
  <p:tag name="KSO_WM_UNIT_INDEX" val="6"/>
  <p:tag name="KSO_WM_BEAUTIFY_FLAG" val="#wm#"/>
  <p:tag name="KSO_WM_TAG_VERSION" val="3.0"/>
  <p:tag name="KSO_WM_UNIT_ID" val="_0*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1.xml><?xml version="1.0" encoding="utf-8"?>
<p:tagLst xmlns:p="http://schemas.openxmlformats.org/presentationml/2006/main">
  <p:tag name="KSO_WM_UNIT_TYPE" val="i"/>
  <p:tag name="KSO_WM_UNIT_INDEX" val="7"/>
  <p:tag name="KSO_WM_BEAUTIFY_FLAG" val="#wm#"/>
  <p:tag name="KSO_WM_TAG_VERSION" val="3.0"/>
  <p:tag name="KSO_WM_UNIT_ID" val="_0*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2.xml><?xml version="1.0" encoding="utf-8"?>
<p:tagLst xmlns:p="http://schemas.openxmlformats.org/presentationml/2006/main">
  <p:tag name="KSO_WM_UNIT_TYPE" val="i"/>
  <p:tag name="KSO_WM_UNIT_INDEX" val="8"/>
  <p:tag name="KSO_WM_BEAUTIFY_FLAG" val="#wm#"/>
  <p:tag name="KSO_WM_TAG_VERSION" val="3.0"/>
  <p:tag name="KSO_WM_UNIT_ID" val="_0*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3.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8617"/>
</p:tagLst>
</file>

<file path=ppt/tags/tag284.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TEMPLATE_CATEGORY" val="custom"/>
  <p:tag name="KSO_WM_TEMPLATE_INDEX" val="20238617"/>
</p:tagLst>
</file>

<file path=ppt/tags/tag285.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6.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7.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8.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8617"/>
  <p:tag name="KSO_WM_TEMPLATE_CATEGORY" val="custom"/>
  <p:tag name="KSO_WM_TEMPLATE_MASTER_TYPE" val="0"/>
</p:tagLst>
</file>

<file path=ppt/tags/tag289.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custom20238617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17"/>
  <p:tag name="KSO_WM_TEMPLATE_CATEGORY" val="custom"/>
  <p:tag name="KSO_WM_UNIT_TEXT_LAYER_COUNT" val="1"/>
  <p:tag name="KSO_WM_UNIT_VALUE" val="22"/>
  <p:tag name="KSO_WM_UNIT_PRESET_TEXT_INDEX" val="-1"/>
  <p:tag name="KSO_WM_UNIT_PRESET_TEXT_LEN" val="0"/>
</p:tagLst>
</file>

<file path=ppt/tags/tag290.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8617"/>
  <p:tag name="KSO_WM_TEMPLATE_CATEGORY" val="custom"/>
  <p:tag name="KSO_WM_SLIDE_INDEX" val="1"/>
  <p:tag name="KSO_WM_SLIDE_ID" val="custom20238617_1"/>
  <p:tag name="KSO_WM_TEMPLATE_MASTER_TYPE" val="0"/>
  <p:tag name="KSO_WM_SLIDE_LAYOUT" val="a_b_f"/>
  <p:tag name="KSO_WM_SLIDE_LAYOUT_CNT" val="1_1_1"/>
  <p:tag name="KSO_WM_SLIDE_THEME_ID" val="3402577"/>
  <p:tag name="KSO_WM_SLIDE_THEME_NAME" val="简约风通用箭头职场办公"/>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4*a*1"/>
  <p:tag name="KSO_WM_TEMPLATE_CATEGORY" val="custom"/>
  <p:tag name="KSO_WM_TEMPLATE_INDEX" val="20233105"/>
  <p:tag name="KSO_WM_UNIT_LAYERLEVEL" val="1"/>
  <p:tag name="KSO_WM_TAG_VERSION" val="3.0"/>
  <p:tag name="KSO_WM_BEAUTIFY_FLAG" val="#wm#"/>
  <p:tag name="KSO_WM_UNIT_ISCONTENTSTITLE" val="1"/>
  <p:tag name="KSO_WM_UNIT_ISNUMDGMTITLE" val="0"/>
  <p:tag name="KSO_WM_UNIT_NOCLEAR" val="0"/>
  <p:tag name="KSO_WM_UNIT_VALUE" val="4"/>
  <p:tag name="KSO_WM_DIAGRAM_GROUP_CODE" val="l1-1"/>
  <p:tag name="KSO_WM_UNIT_TYPE" val="a"/>
  <p:tag name="KSO_WM_UNIT_INDEX" val="1"/>
  <p:tag name="KSO_WM_UNIT_TEXT_FILL_FORE_SCHEMECOLOR_INDEX" val="5"/>
  <p:tag name="KSO_WM_UNIT_TEXT_FILL_TYPE" val="1"/>
  <p:tag name="KSO_WM_UNIT_USESOURCEFORMAT_APPLY" val="1"/>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4*l_h_a*1_1_1"/>
  <p:tag name="KSO_WM_TEMPLATE_CATEGORY" val="custom"/>
  <p:tag name="KSO_WM_TEMPLATE_INDEX" val="20233105"/>
  <p:tag name="KSO_WM_UNIT_LAYERLEVEL" val="1_1_1"/>
  <p:tag name="KSO_WM_TAG_VERSION" val="3.0"/>
  <p:tag name="KSO_WM_BEAUTIFY_FLAG" val="#wm#"/>
  <p:tag name="KSO_WM_UNIT_ISCONTENTSTITLE" val="0"/>
  <p:tag name="KSO_WM_UNIT_ISNUMDGMTITLE" val="0"/>
  <p:tag name="KSO_WM_UNIT_NOCLEAR" val="0"/>
  <p:tag name="KSO_WM_DIAGRAM_GROUP_CODE" val="l1-1"/>
  <p:tag name="KSO_WM_UNIT_TYPE" val="l_h_a"/>
  <p:tag name="KSO_WM_UNIT_INDEX" val="1_1_1"/>
  <p:tag name="KSO_WM_DIAGRAM_VERSION" val="3"/>
  <p:tag name="KSO_WM_DIAGRAM_COLOR_TRICK" val="1"/>
  <p:tag name="KSO_WM_DIAGRAM_COLOR_TEXT_CAN_REMOVE" val="n"/>
  <p:tag name="KSO_WM_DIAGRAM_MAX_ITEMCNT" val="6"/>
  <p:tag name="KSO_WM_DIAGRAM_MIN_ITEMCNT" val="2"/>
  <p:tag name="KSO_WM_DIAGRAM_VIRTUALLY_FRAME" val="{&quot;height&quot;:435.0477294921875,&quot;left&quot;:319.8697306667538,&quot;top&quot;:51.988654938945636,&quot;width&quot;:403.2150268554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13"/>
  <p:tag name="KSO_WM_UNIT_TEXT_FILL_TYPE" val="1"/>
  <p:tag name="KSO_WM_UNIT_USESOURCEFORMAT_APPLY" val="1"/>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4*l_h_i*1_3_1"/>
  <p:tag name="KSO_WM_TEMPLATE_CATEGORY" val="custom"/>
  <p:tag name="KSO_WM_TEMPLATE_INDEX" val="20233105"/>
  <p:tag name="KSO_WM_UNIT_LAYERLEVEL" val="1_1_1"/>
  <p:tag name="KSO_WM_TAG_VERSION" val="3.0"/>
  <p:tag name="KSO_WM_BEAUTIFY_FLAG" val="#wm#"/>
  <p:tag name="KSO_WM_DIAGRAM_GROUP_CODE" val="l1-1"/>
  <p:tag name="KSO_WM_UNIT_SUBTYPE" val="d"/>
  <p:tag name="KSO_WM_UNIT_TYPE" val="l_h_i"/>
  <p:tag name="KSO_WM_UNIT_INDEX" val="1_3_1"/>
  <p:tag name="KSO_WM_DIAGRAM_VERSION" val="3"/>
  <p:tag name="KSO_WM_DIAGRAM_COLOR_TRICK" val="1"/>
  <p:tag name="KSO_WM_DIAGRAM_COLOR_TEXT_CAN_REMOVE" val="n"/>
  <p:tag name="KSO_WM_DIAGRAM_MAX_ITEMCNT" val="6"/>
  <p:tag name="KSO_WM_DIAGRAM_MIN_ITEMCNT" val="2"/>
  <p:tag name="KSO_WM_DIAGRAM_VIRTUALLY_FRAME" val="{&quot;height&quot;:435.0477294921875,&quot;left&quot;:319.8697306667538,&quot;top&quot;:51.988654938945636,&quot;width&quot;:403.21502685546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USESOURCEFORMAT_APPLY" val="1"/>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4*l_h_i*1_3_2"/>
  <p:tag name="KSO_WM_TEMPLATE_CATEGORY" val="custom"/>
  <p:tag name="KSO_WM_TEMPLATE_INDEX" val="20233105"/>
  <p:tag name="KSO_WM_UNIT_LAYERLEVEL" val="1_1_1"/>
  <p:tag name="KSO_WM_TAG_VERSION" val="3.0"/>
  <p:tag name="KSO_WM_BEAUTIFY_FLAG" val="#wm#"/>
  <p:tag name="KSO_WM_DIAGRAM_GROUP_CODE" val="l1-1"/>
  <p:tag name="KSO_WM_UNIT_TYPE" val="l_h_i"/>
  <p:tag name="KSO_WM_UNIT_INDEX" val="1_3_2"/>
  <p:tag name="KSO_WM_DIAGRAM_VERSION" val="3"/>
  <p:tag name="KSO_WM_DIAGRAM_COLOR_TRICK" val="1"/>
  <p:tag name="KSO_WM_DIAGRAM_COLOR_TEXT_CAN_REMOVE" val="n"/>
  <p:tag name="KSO_WM_DIAGRAM_MAX_ITEMCNT" val="6"/>
  <p:tag name="KSO_WM_DIAGRAM_MIN_ITEMCNT" val="2"/>
  <p:tag name="KSO_WM_DIAGRAM_VIRTUALLY_FRAME" val="{&quot;height&quot;:435.0477294921875,&quot;left&quot;:319.8697306667538,&quot;top&quot;:51.988654938945636,&quot;width&quot;:403.21502685546875}"/>
  <p:tag name="KSO_WM_DIAGRAM_COLOR_MATCH_VALUE" val="{&quot;shape&quot;:{&quot;fill&quot;:{&quot;solid&quot;:{&quot;brightness&quot;:0,&quot;colorType&quot;:1,&quot;foreColorIndex&quot;:5,&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13"/>
  <p:tag name="KSO_WM_UNIT_TEXT_FILL_TYPE" val="1"/>
  <p:tag name="KSO_WM_UNIT_USESOURCEFORMAT_APPLY" val="1"/>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4*l_h_i*1_1_2"/>
  <p:tag name="KSO_WM_TEMPLATE_CATEGORY" val="custom"/>
  <p:tag name="KSO_WM_TEMPLATE_INDEX" val="20233105"/>
  <p:tag name="KSO_WM_UNIT_LAYERLEVEL" val="1_1_1"/>
  <p:tag name="KSO_WM_TAG_VERSION" val="3.0"/>
  <p:tag name="KSO_WM_BEAUTIFY_FLAG" val="#wm#"/>
  <p:tag name="KSO_WM_DIAGRAM_GROUP_CODE" val="l1-1"/>
  <p:tag name="KSO_WM_UNIT_TYPE" val="l_h_i"/>
  <p:tag name="KSO_WM_UNIT_INDEX" val="1_1_2"/>
  <p:tag name="KSO_WM_DIAGRAM_VERSION" val="3"/>
  <p:tag name="KSO_WM_DIAGRAM_COLOR_TRICK" val="1"/>
  <p:tag name="KSO_WM_DIAGRAM_COLOR_TEXT_CAN_REMOVE" val="n"/>
  <p:tag name="KSO_WM_DIAGRAM_MAX_ITEMCNT" val="6"/>
  <p:tag name="KSO_WM_DIAGRAM_MIN_ITEMCNT" val="2"/>
  <p:tag name="KSO_WM_DIAGRAM_VIRTUALLY_FRAME" val="{&quot;height&quot;:435.0477294921875,&quot;left&quot;:319.8697306667538,&quot;top&quot;:51.988654938945636,&quot;width&quot;:403.21502685546875}"/>
  <p:tag name="KSO_WM_DIAGRAM_COLOR_MATCH_VALUE" val="{&quot;shape&quot;:{&quot;fill&quot;:{&quot;solid&quot;:{&quot;brightness&quot;:0,&quot;colorType&quot;:1,&quot;foreColorIndex&quot;:5,&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13"/>
  <p:tag name="KSO_WM_UNIT_TEXT_FILL_TYPE" val="1"/>
  <p:tag name="KSO_WM_UNIT_USESOURCEFORMAT_APPLY" val="1"/>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4*l_h_i*1_2_2"/>
  <p:tag name="KSO_WM_TEMPLATE_CATEGORY" val="custom"/>
  <p:tag name="KSO_WM_TEMPLATE_INDEX" val="20233105"/>
  <p:tag name="KSO_WM_UNIT_LAYERLEVEL" val="1_1_1"/>
  <p:tag name="KSO_WM_TAG_VERSION" val="3.0"/>
  <p:tag name="KSO_WM_BEAUTIFY_FLAG" val="#wm#"/>
  <p:tag name="KSO_WM_DIAGRAM_GROUP_CODE" val="l1-1"/>
  <p:tag name="KSO_WM_UNIT_TYPE" val="l_h_i"/>
  <p:tag name="KSO_WM_UNIT_INDEX" val="1_2_2"/>
  <p:tag name="KSO_WM_DIAGRAM_VERSION" val="3"/>
  <p:tag name="KSO_WM_DIAGRAM_COLOR_TRICK" val="1"/>
  <p:tag name="KSO_WM_DIAGRAM_COLOR_TEXT_CAN_REMOVE" val="n"/>
  <p:tag name="KSO_WM_DIAGRAM_MAX_ITEMCNT" val="6"/>
  <p:tag name="KSO_WM_DIAGRAM_MIN_ITEMCNT" val="2"/>
  <p:tag name="KSO_WM_DIAGRAM_VIRTUALLY_FRAME" val="{&quot;height&quot;:435.0477294921875,&quot;left&quot;:319.8697306667538,&quot;top&quot;:51.988654938945636,&quot;width&quot;:403.21502685546875}"/>
  <p:tag name="KSO_WM_DIAGRAM_COLOR_MATCH_VALUE" val="{&quot;shape&quot;:{&quot;fill&quot;:{&quot;solid&quot;:{&quot;brightness&quot;:0,&quot;colorType&quot;:1,&quot;foreColorIndex&quot;:5,&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13"/>
  <p:tag name="KSO_WM_UNIT_TEXT_FILL_TYPE" val="1"/>
  <p:tag name="KSO_WM_UNIT_USESOURCEFORMAT_APPLY" val="1"/>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4*l_h_i*1_4_2"/>
  <p:tag name="KSO_WM_TEMPLATE_CATEGORY" val="custom"/>
  <p:tag name="KSO_WM_TEMPLATE_INDEX" val="20233105"/>
  <p:tag name="KSO_WM_UNIT_LAYERLEVEL" val="1_1_1"/>
  <p:tag name="KSO_WM_TAG_VERSION" val="3.0"/>
  <p:tag name="KSO_WM_BEAUTIFY_FLAG" val="#wm#"/>
  <p:tag name="KSO_WM_DIAGRAM_GROUP_CODE" val="l1-1"/>
  <p:tag name="KSO_WM_UNIT_TYPE" val="l_h_i"/>
  <p:tag name="KSO_WM_UNIT_INDEX" val="1_4_2"/>
  <p:tag name="KSO_WM_DIAGRAM_VERSION" val="3"/>
  <p:tag name="KSO_WM_DIAGRAM_COLOR_TRICK" val="1"/>
  <p:tag name="KSO_WM_DIAGRAM_COLOR_TEXT_CAN_REMOVE" val="n"/>
  <p:tag name="KSO_WM_DIAGRAM_MAX_ITEMCNT" val="6"/>
  <p:tag name="KSO_WM_DIAGRAM_MIN_ITEMCNT" val="2"/>
  <p:tag name="KSO_WM_DIAGRAM_VIRTUALLY_FRAME" val="{&quot;height&quot;:435.0477294921875,&quot;left&quot;:319.8697306667538,&quot;top&quot;:51.988654938945636,&quot;width&quot;:403.21502685546875}"/>
  <p:tag name="KSO_WM_DIAGRAM_COLOR_MATCH_VALUE" val="{&quot;shape&quot;:{&quot;fill&quot;:{&quot;solid&quot;:{&quot;brightness&quot;:0,&quot;colorType&quot;:1,&quot;foreColorIndex&quot;:5,&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13"/>
  <p:tag name="KSO_WM_UNIT_TEXT_FILL_TYPE" val="1"/>
  <p:tag name="KSO_WM_UNIT_USESOURCEFORMAT_APPLY" val="1"/>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4*l_h_i*1_1_1"/>
  <p:tag name="KSO_WM_TEMPLATE_CATEGORY" val="custom"/>
  <p:tag name="KSO_WM_TEMPLATE_INDEX" val="20233105"/>
  <p:tag name="KSO_WM_UNIT_LAYERLEVEL" val="1_1_1"/>
  <p:tag name="KSO_WM_TAG_VERSION" val="3.0"/>
  <p:tag name="KSO_WM_BEAUTIFY_FLAG" val="#wm#"/>
  <p:tag name="KSO_WM_DIAGRAM_GROUP_CODE" val="l1-1"/>
  <p:tag name="KSO_WM_UNIT_SUBTYPE" val="d"/>
  <p:tag name="KSO_WM_UNIT_TYPE" val="l_h_i"/>
  <p:tag name="KSO_WM_UNIT_INDEX" val="1_1_1"/>
  <p:tag name="KSO_WM_DIAGRAM_VERSION" val="3"/>
  <p:tag name="KSO_WM_DIAGRAM_COLOR_TRICK" val="1"/>
  <p:tag name="KSO_WM_DIAGRAM_COLOR_TEXT_CAN_REMOVE" val="n"/>
  <p:tag name="KSO_WM_DIAGRAM_MAX_ITEMCNT" val="6"/>
  <p:tag name="KSO_WM_DIAGRAM_MIN_ITEMCNT" val="2"/>
  <p:tag name="KSO_WM_DIAGRAM_VIRTUALLY_FRAME" val="{&quot;height&quot;:435.0477294921875,&quot;left&quot;:319.8697306667538,&quot;top&quot;:51.988654938945636,&quot;width&quot;:403.21502685546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USESOURCEFORMAT_APPLY" val="1"/>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4*l_h_i*1_2_1"/>
  <p:tag name="KSO_WM_TEMPLATE_CATEGORY" val="custom"/>
  <p:tag name="KSO_WM_TEMPLATE_INDEX" val="20233105"/>
  <p:tag name="KSO_WM_UNIT_LAYERLEVEL" val="1_1_1"/>
  <p:tag name="KSO_WM_TAG_VERSION" val="3.0"/>
  <p:tag name="KSO_WM_BEAUTIFY_FLAG" val="#wm#"/>
  <p:tag name="KSO_WM_DIAGRAM_GROUP_CODE" val="l1-1"/>
  <p:tag name="KSO_WM_UNIT_SUBTYPE" val="d"/>
  <p:tag name="KSO_WM_UNIT_TYPE" val="l_h_i"/>
  <p:tag name="KSO_WM_UNIT_INDEX" val="1_2_1"/>
  <p:tag name="KSO_WM_DIAGRAM_VERSION" val="3"/>
  <p:tag name="KSO_WM_DIAGRAM_COLOR_TRICK" val="1"/>
  <p:tag name="KSO_WM_DIAGRAM_COLOR_TEXT_CAN_REMOVE" val="n"/>
  <p:tag name="KSO_WM_DIAGRAM_MAX_ITEMCNT" val="6"/>
  <p:tag name="KSO_WM_DIAGRAM_MIN_ITEMCNT" val="2"/>
  <p:tag name="KSO_WM_DIAGRAM_VIRTUALLY_FRAME" val="{&quot;height&quot;:435.0477294921875,&quot;left&quot;:319.8697306667538,&quot;top&quot;:51.988654938945636,&quot;width&quot;:403.21502685546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USESOURCEFORMAT_APPLY" val="1"/>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4*l_h_i*1_4_1"/>
  <p:tag name="KSO_WM_TEMPLATE_CATEGORY" val="custom"/>
  <p:tag name="KSO_WM_TEMPLATE_INDEX" val="20233105"/>
  <p:tag name="KSO_WM_UNIT_LAYERLEVEL" val="1_1_1"/>
  <p:tag name="KSO_WM_TAG_VERSION" val="3.0"/>
  <p:tag name="KSO_WM_BEAUTIFY_FLAG" val="#wm#"/>
  <p:tag name="KSO_WM_DIAGRAM_GROUP_CODE" val="l1-1"/>
  <p:tag name="KSO_WM_UNIT_SUBTYPE" val="d"/>
  <p:tag name="KSO_WM_UNIT_TYPE" val="l_h_i"/>
  <p:tag name="KSO_WM_UNIT_INDEX" val="1_4_1"/>
  <p:tag name="KSO_WM_DIAGRAM_VERSION" val="3"/>
  <p:tag name="KSO_WM_DIAGRAM_COLOR_TRICK" val="1"/>
  <p:tag name="KSO_WM_DIAGRAM_COLOR_TEXT_CAN_REMOVE" val="n"/>
  <p:tag name="KSO_WM_DIAGRAM_MAX_ITEMCNT" val="6"/>
  <p:tag name="KSO_WM_DIAGRAM_MIN_ITEMCNT" val="2"/>
  <p:tag name="KSO_WM_DIAGRAM_VIRTUALLY_FRAME" val="{&quot;height&quot;:435.0477294921875,&quot;left&quot;:319.8697306667538,&quot;top&quot;:51.988654938945636,&quot;width&quot;:403.21502685546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USESOURCEFORMAT_APPLY" val="1"/>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4*l_h_a*1_2_1"/>
  <p:tag name="KSO_WM_TEMPLATE_CATEGORY" val="custom"/>
  <p:tag name="KSO_WM_TEMPLATE_INDEX" val="20233105"/>
  <p:tag name="KSO_WM_UNIT_LAYERLEVEL" val="1_1_1"/>
  <p:tag name="KSO_WM_TAG_VERSION" val="3.0"/>
  <p:tag name="KSO_WM_BEAUTIFY_FLAG" val="#wm#"/>
  <p:tag name="KSO_WM_UNIT_ISCONTENTSTITLE" val="0"/>
  <p:tag name="KSO_WM_UNIT_ISNUMDGMTITLE" val="0"/>
  <p:tag name="KSO_WM_UNIT_NOCLEAR" val="0"/>
  <p:tag name="KSO_WM_DIAGRAM_GROUP_CODE" val="l1-1"/>
  <p:tag name="KSO_WM_UNIT_TYPE" val="l_h_a"/>
  <p:tag name="KSO_WM_UNIT_INDEX" val="1_2_1"/>
  <p:tag name="KSO_WM_DIAGRAM_VERSION" val="3"/>
  <p:tag name="KSO_WM_DIAGRAM_COLOR_TRICK" val="1"/>
  <p:tag name="KSO_WM_DIAGRAM_COLOR_TEXT_CAN_REMOVE" val="n"/>
  <p:tag name="KSO_WM_DIAGRAM_MAX_ITEMCNT" val="6"/>
  <p:tag name="KSO_WM_DIAGRAM_MIN_ITEMCNT" val="2"/>
  <p:tag name="KSO_WM_DIAGRAM_VIRTUALLY_FRAME" val="{&quot;height&quot;:435.0477294921875,&quot;left&quot;:319.8697306667538,&quot;top&quot;:51.988654938945636,&quot;width&quot;:403.2150268554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13"/>
  <p:tag name="KSO_WM_UNIT_TEXT_FILL_TYPE" val="1"/>
  <p:tag name="KSO_WM_UNIT_USESOURCEFORMAT_APPLY" val="1"/>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4*l_h_a*1_3_1"/>
  <p:tag name="KSO_WM_TEMPLATE_CATEGORY" val="custom"/>
  <p:tag name="KSO_WM_TEMPLATE_INDEX" val="20233105"/>
  <p:tag name="KSO_WM_UNIT_LAYERLEVEL" val="1_1_1"/>
  <p:tag name="KSO_WM_TAG_VERSION" val="3.0"/>
  <p:tag name="KSO_WM_BEAUTIFY_FLAG" val="#wm#"/>
  <p:tag name="KSO_WM_UNIT_ISCONTENTSTITLE" val="0"/>
  <p:tag name="KSO_WM_UNIT_ISNUMDGMTITLE" val="0"/>
  <p:tag name="KSO_WM_UNIT_NOCLEAR" val="0"/>
  <p:tag name="KSO_WM_DIAGRAM_GROUP_CODE" val="l1-1"/>
  <p:tag name="KSO_WM_UNIT_TYPE" val="l_h_a"/>
  <p:tag name="KSO_WM_UNIT_INDEX" val="1_3_1"/>
  <p:tag name="KSO_WM_DIAGRAM_VERSION" val="3"/>
  <p:tag name="KSO_WM_DIAGRAM_COLOR_TRICK" val="1"/>
  <p:tag name="KSO_WM_DIAGRAM_COLOR_TEXT_CAN_REMOVE" val="n"/>
  <p:tag name="KSO_WM_DIAGRAM_MAX_ITEMCNT" val="6"/>
  <p:tag name="KSO_WM_DIAGRAM_MIN_ITEMCNT" val="2"/>
  <p:tag name="KSO_WM_DIAGRAM_VIRTUALLY_FRAME" val="{&quot;height&quot;:435.0477294921875,&quot;left&quot;:319.8697306667538,&quot;top&quot;:51.988654938945636,&quot;width&quot;:403.2150268554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13"/>
  <p:tag name="KSO_WM_UNIT_TEXT_FILL_TYPE" val="1"/>
  <p:tag name="KSO_WM_UNIT_USESOURCEFORMAT_APPLY" val="1"/>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4*l_h_a*1_4_1"/>
  <p:tag name="KSO_WM_TEMPLATE_CATEGORY" val="custom"/>
  <p:tag name="KSO_WM_TEMPLATE_INDEX" val="20233105"/>
  <p:tag name="KSO_WM_UNIT_LAYERLEVEL" val="1_1_1"/>
  <p:tag name="KSO_WM_TAG_VERSION" val="3.0"/>
  <p:tag name="KSO_WM_BEAUTIFY_FLAG" val="#wm#"/>
  <p:tag name="KSO_WM_UNIT_ISCONTENTSTITLE" val="0"/>
  <p:tag name="KSO_WM_UNIT_ISNUMDGMTITLE" val="0"/>
  <p:tag name="KSO_WM_UNIT_NOCLEAR" val="0"/>
  <p:tag name="KSO_WM_DIAGRAM_GROUP_CODE" val="l1-1"/>
  <p:tag name="KSO_WM_UNIT_TYPE" val="l_h_a"/>
  <p:tag name="KSO_WM_UNIT_INDEX" val="1_4_1"/>
  <p:tag name="KSO_WM_DIAGRAM_VERSION" val="3"/>
  <p:tag name="KSO_WM_DIAGRAM_COLOR_TRICK" val="1"/>
  <p:tag name="KSO_WM_DIAGRAM_COLOR_TEXT_CAN_REMOVE" val="n"/>
  <p:tag name="KSO_WM_DIAGRAM_MAX_ITEMCNT" val="6"/>
  <p:tag name="KSO_WM_DIAGRAM_MIN_ITEMCNT" val="2"/>
  <p:tag name="KSO_WM_DIAGRAM_VIRTUALLY_FRAME" val="{&quot;height&quot;:435.0477294921875,&quot;left&quot;:319.8697306667538,&quot;top&quot;:51.988654938945636,&quot;width&quot;:403.2150268554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13"/>
  <p:tag name="KSO_WM_UNIT_TEXT_FILL_TYPE" val="1"/>
  <p:tag name="KSO_WM_UNIT_USESOURCEFORMAT_APPLY" val="1"/>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4*l_h_i*1_4_1"/>
  <p:tag name="KSO_WM_TEMPLATE_CATEGORY" val="custom"/>
  <p:tag name="KSO_WM_TEMPLATE_INDEX" val="20233105"/>
  <p:tag name="KSO_WM_UNIT_LAYERLEVEL" val="1_1_1"/>
  <p:tag name="KSO_WM_TAG_VERSION" val="3.0"/>
  <p:tag name="KSO_WM_DIAGRAM_GROUP_CODE" val="l1-1"/>
  <p:tag name="KSO_WM_UNIT_SUBTYPE" val="d"/>
  <p:tag name="KSO_WM_UNIT_TYPE" val="l_h_i"/>
  <p:tag name="KSO_WM_UNIT_INDEX" val="1_4_1"/>
  <p:tag name="KSO_WM_DIAGRAM_VERSION" val="3"/>
  <p:tag name="KSO_WM_DIAGRAM_COLOR_TRICK" val="1"/>
  <p:tag name="KSO_WM_DIAGRAM_COLOR_TEXT_CAN_REMOVE" val="n"/>
  <p:tag name="KSO_WM_DIAGRAM_MAX_ITEMCNT" val="6"/>
  <p:tag name="KSO_WM_DIAGRAM_MIN_ITEMCNT" val="2"/>
  <p:tag name="KSO_WM_DIAGRAM_VIRTUALLY_FRAME" val="{&quot;height&quot;:435.0477294921875,&quot;left&quot;:319.8697306667538,&quot;top&quot;:51.988654938945636,&quot;width&quot;:403.21502685546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USESOURCEFORMAT_APPLY" val="1"/>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4*l_h_i*1_4_2"/>
  <p:tag name="KSO_WM_TEMPLATE_CATEGORY" val="custom"/>
  <p:tag name="KSO_WM_TEMPLATE_INDEX" val="20233105"/>
  <p:tag name="KSO_WM_UNIT_LAYERLEVEL" val="1_1_1"/>
  <p:tag name="KSO_WM_TAG_VERSION" val="3.0"/>
  <p:tag name="KSO_WM_DIAGRAM_GROUP_CODE" val="l1-1"/>
  <p:tag name="KSO_WM_UNIT_TYPE" val="l_h_i"/>
  <p:tag name="KSO_WM_UNIT_INDEX" val="1_4_2"/>
  <p:tag name="KSO_WM_DIAGRAM_VERSION" val="3"/>
  <p:tag name="KSO_WM_DIAGRAM_COLOR_TRICK" val="1"/>
  <p:tag name="KSO_WM_DIAGRAM_COLOR_TEXT_CAN_REMOVE" val="n"/>
  <p:tag name="KSO_WM_DIAGRAM_MAX_ITEMCNT" val="6"/>
  <p:tag name="KSO_WM_DIAGRAM_MIN_ITEMCNT" val="2"/>
  <p:tag name="KSO_WM_DIAGRAM_VIRTUALLY_FRAME" val="{&quot;height&quot;:435.0477294921875,&quot;left&quot;:319.8697306667538,&quot;top&quot;:51.988654938945636,&quot;width&quot;:403.21502685546875}"/>
  <p:tag name="KSO_WM_DIAGRAM_COLOR_MATCH_VALUE" val="{&quot;shape&quot;:{&quot;fill&quot;:{&quot;solid&quot;:{&quot;brightness&quot;:0,&quot;colorType&quot;:1,&quot;foreColorIndex&quot;:5,&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13"/>
  <p:tag name="KSO_WM_UNIT_TEXT_FILL_TYPE" val="1"/>
  <p:tag name="KSO_WM_UNIT_USESOURCEFORMAT_APPLY" val="1"/>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4*l_h_a*1_4_1"/>
  <p:tag name="KSO_WM_TEMPLATE_CATEGORY" val="custom"/>
  <p:tag name="KSO_WM_TEMPLATE_INDEX" val="20233105"/>
  <p:tag name="KSO_WM_UNIT_LAYERLEVEL" val="1_1_1"/>
  <p:tag name="KSO_WM_TAG_VERSION" val="3.0"/>
  <p:tag name="KSO_WM_UNIT_ISCONTENTSTITLE" val="0"/>
  <p:tag name="KSO_WM_UNIT_ISNUMDGMTITLE" val="0"/>
  <p:tag name="KSO_WM_UNIT_NOCLEAR" val="0"/>
  <p:tag name="KSO_WM_DIAGRAM_GROUP_CODE" val="l1-1"/>
  <p:tag name="KSO_WM_UNIT_TYPE" val="l_h_a"/>
  <p:tag name="KSO_WM_UNIT_INDEX" val="1_4_1"/>
  <p:tag name="KSO_WM_DIAGRAM_VERSION" val="3"/>
  <p:tag name="KSO_WM_DIAGRAM_COLOR_TRICK" val="1"/>
  <p:tag name="KSO_WM_DIAGRAM_COLOR_TEXT_CAN_REMOVE" val="n"/>
  <p:tag name="KSO_WM_DIAGRAM_MAX_ITEMCNT" val="6"/>
  <p:tag name="KSO_WM_DIAGRAM_MIN_ITEMCNT" val="2"/>
  <p:tag name="KSO_WM_DIAGRAM_VIRTUALLY_FRAME" val="{&quot;height&quot;:435.0477294921875,&quot;left&quot;:319.8697306667538,&quot;top&quot;:51.988654938945636,&quot;width&quot;:403.2150268554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13"/>
  <p:tag name="KSO_WM_UNIT_TEXT_FILL_TYPE" val="1"/>
  <p:tag name="KSO_WM_UNIT_USESOURCEFORMAT_APPLY" val="1"/>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4*l_h_i*1_4_1"/>
  <p:tag name="KSO_WM_TEMPLATE_CATEGORY" val="custom"/>
  <p:tag name="KSO_WM_TEMPLATE_INDEX" val="20233105"/>
  <p:tag name="KSO_WM_UNIT_LAYERLEVEL" val="1_1_1"/>
  <p:tag name="KSO_WM_TAG_VERSION" val="3.0"/>
  <p:tag name="KSO_WM_DIAGRAM_GROUP_CODE" val="l1-1"/>
  <p:tag name="KSO_WM_UNIT_SUBTYPE" val="d"/>
  <p:tag name="KSO_WM_UNIT_TYPE" val="l_h_i"/>
  <p:tag name="KSO_WM_UNIT_INDEX" val="1_4_1"/>
  <p:tag name="KSO_WM_DIAGRAM_VERSION" val="3"/>
  <p:tag name="KSO_WM_DIAGRAM_COLOR_TRICK" val="1"/>
  <p:tag name="KSO_WM_DIAGRAM_COLOR_TEXT_CAN_REMOVE" val="n"/>
  <p:tag name="KSO_WM_DIAGRAM_MAX_ITEMCNT" val="6"/>
  <p:tag name="KSO_WM_DIAGRAM_MIN_ITEMCNT" val="2"/>
  <p:tag name="KSO_WM_DIAGRAM_VIRTUALLY_FRAME" val="{&quot;height&quot;:435.0477294921875,&quot;left&quot;:319.8697306667538,&quot;top&quot;:51.988654938945636,&quot;width&quot;:403.21502685546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USESOURCEFORMAT_APPLY" val="1"/>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4*l_h_i*1_4_2"/>
  <p:tag name="KSO_WM_TEMPLATE_CATEGORY" val="custom"/>
  <p:tag name="KSO_WM_TEMPLATE_INDEX" val="20233105"/>
  <p:tag name="KSO_WM_UNIT_LAYERLEVEL" val="1_1_1"/>
  <p:tag name="KSO_WM_TAG_VERSION" val="3.0"/>
  <p:tag name="KSO_WM_DIAGRAM_GROUP_CODE" val="l1-1"/>
  <p:tag name="KSO_WM_UNIT_TYPE" val="l_h_i"/>
  <p:tag name="KSO_WM_UNIT_INDEX" val="1_4_2"/>
  <p:tag name="KSO_WM_DIAGRAM_VERSION" val="3"/>
  <p:tag name="KSO_WM_DIAGRAM_COLOR_TRICK" val="1"/>
  <p:tag name="KSO_WM_DIAGRAM_COLOR_TEXT_CAN_REMOVE" val="n"/>
  <p:tag name="KSO_WM_DIAGRAM_MAX_ITEMCNT" val="6"/>
  <p:tag name="KSO_WM_DIAGRAM_MIN_ITEMCNT" val="2"/>
  <p:tag name="KSO_WM_DIAGRAM_VIRTUALLY_FRAME" val="{&quot;height&quot;:435.0477294921875,&quot;left&quot;:319.8697306667538,&quot;top&quot;:51.988654938945636,&quot;width&quot;:403.21502685546875}"/>
  <p:tag name="KSO_WM_DIAGRAM_COLOR_MATCH_VALUE" val="{&quot;shape&quot;:{&quot;fill&quot;:{&quot;solid&quot;:{&quot;brightness&quot;:0,&quot;colorType&quot;:1,&quot;foreColorIndex&quot;:5,&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13"/>
  <p:tag name="KSO_WM_UNIT_TEXT_FILL_TYPE" val="1"/>
  <p:tag name="KSO_WM_UNIT_USESOURCEFORMAT_APPLY" val="1"/>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105_4*l_h_a*1_4_1"/>
  <p:tag name="KSO_WM_TEMPLATE_CATEGORY" val="custom"/>
  <p:tag name="KSO_WM_TEMPLATE_INDEX" val="20233105"/>
  <p:tag name="KSO_WM_UNIT_LAYERLEVEL" val="1_1_1"/>
  <p:tag name="KSO_WM_TAG_VERSION" val="3.0"/>
  <p:tag name="KSO_WM_UNIT_ISCONTENTSTITLE" val="0"/>
  <p:tag name="KSO_WM_UNIT_ISNUMDGMTITLE" val="0"/>
  <p:tag name="KSO_WM_UNIT_NOCLEAR" val="0"/>
  <p:tag name="KSO_WM_DIAGRAM_GROUP_CODE" val="l1-1"/>
  <p:tag name="KSO_WM_UNIT_TYPE" val="l_h_a"/>
  <p:tag name="KSO_WM_UNIT_INDEX" val="1_4_1"/>
  <p:tag name="KSO_WM_DIAGRAM_VERSION" val="3"/>
  <p:tag name="KSO_WM_DIAGRAM_COLOR_TRICK" val="1"/>
  <p:tag name="KSO_WM_DIAGRAM_COLOR_TEXT_CAN_REMOVE" val="n"/>
  <p:tag name="KSO_WM_DIAGRAM_MAX_ITEMCNT" val="6"/>
  <p:tag name="KSO_WM_DIAGRAM_MIN_ITEMCNT" val="2"/>
  <p:tag name="KSO_WM_DIAGRAM_VIRTUALLY_FRAME" val="{&quot;height&quot;:435.0477294921875,&quot;left&quot;:319.8697306667538,&quot;top&quot;:51.988654938945636,&quot;width&quot;:403.2150268554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13"/>
  <p:tag name="KSO_WM_UNIT_TEXT_FILL_TYPE" val="1"/>
  <p:tag name="KSO_WM_UNIT_USESOURCEFORMAT_APPLY" val="1"/>
</p:tagLst>
</file>

<file path=ppt/tags/tag310.xml><?xml version="1.0" encoding="utf-8"?>
<p:tagLst xmlns:p="http://schemas.openxmlformats.org/presentationml/2006/main">
  <p:tag name="KSO_WM_SLIDE_ID" val="custom20233105_4"/>
  <p:tag name="KSO_WM_TEMPLATE_SUBCATEGORY" val="29"/>
  <p:tag name="KSO_WM_TEMPLATE_MASTER_TYPE" val="0"/>
  <p:tag name="KSO_WM_TEMPLATE_COLOR_TYPE" val="0"/>
  <p:tag name="KSO_WM_SLIDE_ITEM_CNT" val="4"/>
  <p:tag name="KSO_WM_SLIDE_INDEX" val="4"/>
  <p:tag name="KSO_WM_TAG_VERSION" val="3.0"/>
  <p:tag name="KSO_WM_BEAUTIFY_FLAG" val="#wm#"/>
  <p:tag name="KSO_WM_TEMPLATE_CATEGORY" val="custom"/>
  <p:tag name="KSO_WM_TEMPLATE_INDEX" val="20233105"/>
  <p:tag name="KSO_WM_SLIDE_TYPE" val="contents"/>
  <p:tag name="KSO_WM_SLIDE_SUBTYPE" val="diag"/>
  <p:tag name="KSO_WM_DIAGRAM_GROUP_CODE" val="l1-1"/>
  <p:tag name="KSO_WM_SLIDE_DIAGTYPE" val="l"/>
  <p:tag name="KSO_WM_SLIDE_LAYOUT" val="a_l"/>
  <p:tag name="KSO_WM_SLIDE_LAYOUT_CNT" val="1_1"/>
</p:tagLst>
</file>

<file path=ppt/tags/tag311.xml><?xml version="1.0" encoding="utf-8"?>
<p:tagLst xmlns:p="http://schemas.openxmlformats.org/presentationml/2006/main">
  <p:tag name="KSO_WM_UNIT_INDEX" val="3"/>
  <p:tag name="KSO_WM_UNIT_TYPE" val="β"/>
  <p:tag name="KSO_WM_BEAUTIFY_FLAG" val="#wm#"/>
</p:tagLst>
</file>

<file path=ppt/tags/tag312.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313.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617"/>
  <p:tag name="KSO_WM_TEMPLATE_CATEGORY" val="custom"/>
  <p:tag name="KSO_WM_SLIDE_INDEX" val="8"/>
  <p:tag name="KSO_WM_SLIDE_ID" val="custom20238617_8"/>
  <p:tag name="KSO_WM_TEMPLATE_MASTER_TYPE" val="0"/>
  <p:tag name="KSO_WM_SLIDE_LAYOUT" val="a_f"/>
  <p:tag name="KSO_WM_SLIDE_LAYOUT_CNT" val="1_1"/>
  <p:tag name="KSO_WM_SLIDE_SIZE" val="850*457"/>
  <p:tag name="KSO_WM_SLIDE_POSITION" val="54*28"/>
</p:tagLst>
</file>

<file path=ppt/tags/tag314.xml><?xml version="1.0" encoding="utf-8"?>
<p:tagLst xmlns:p="http://schemas.openxmlformats.org/presentationml/2006/main">
  <p:tag name="KSO_WM_UNIT_TEXT" val="一、关键成员职责"/>
  <p:tag name="KSO_WM_UNIT_INDEX" val="1"/>
  <p:tag name="KSO_WM_UNIT_TYPE" val="a"/>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315.xml><?xml version="1.0" encoding="utf-8"?>
<p:tagLst xmlns:p="http://schemas.openxmlformats.org/presentationml/2006/main">
  <p:tag name="KSO_WM_UNIT_INDEX" val="15"/>
  <p:tag name="KSO_WM_UNIT_TYPE" val="f"/>
  <p:tag name="KSO_WM_UNIT_SUBTYPE" val="a"/>
  <p:tag name="KSO_WM_BEAUTIFY_FLAG" val="#wm#"/>
</p:tagLst>
</file>

<file path=ppt/tags/tag316.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617"/>
  <p:tag name="KSO_WM_TEMPLATE_CATEGORY" val="custom"/>
  <p:tag name="KSO_WM_SLIDE_INDEX" val="8"/>
  <p:tag name="KSO_WM_SLIDE_ID" val="custom20238617_8"/>
  <p:tag name="KSO_WM_TEMPLATE_MASTER_TYPE" val="0"/>
  <p:tag name="KSO_WM_SLIDE_LAYOUT" val="a_f"/>
  <p:tag name="KSO_WM_SLIDE_LAYOUT_CNT" val="1_1"/>
  <p:tag name="KSO_WM_SLIDE_SIZE" val="850*457"/>
  <p:tag name="KSO_WM_SLIDE_POSITION" val="54*28"/>
</p:tagLst>
</file>

<file path=ppt/tags/tag317.xml><?xml version="1.0" encoding="utf-8"?>
<p:tagLst xmlns:p="http://schemas.openxmlformats.org/presentationml/2006/main">
  <p:tag name="KSO_WM_UNIT_TEXT" val="二、项目预期计划（第 12–14 周）"/>
  <p:tag name="KSO_WM_UNIT_INDEX" val="1"/>
  <p:tag name="KSO_WM_UNIT_TYPE" val="a"/>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318.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319.xml><?xml version="1.0" encoding="utf-8"?>
<p:tagLst xmlns:p="http://schemas.openxmlformats.org/presentationml/2006/main">
  <p:tag name="KSO_WM_UNIT_INDEX" val="5"/>
  <p:tag name="KSO_WM_UNIT_TYPE" val="f"/>
  <p:tag name="KSO_WM_UNIT_SUBTYPE" val="a"/>
  <p:tag name="KSO_WM_BEAUTIFY_FLAG" val="#wm#"/>
</p:tagLst>
</file>

<file path=ppt/tags/tag320.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617"/>
  <p:tag name="KSO_WM_TEMPLATE_CATEGORY" val="custom"/>
  <p:tag name="KSO_WM_SLIDE_INDEX" val="8"/>
  <p:tag name="KSO_WM_SLIDE_ID" val="custom20238617_8"/>
  <p:tag name="KSO_WM_TEMPLATE_MASTER_TYPE" val="0"/>
  <p:tag name="KSO_WM_SLIDE_LAYOUT" val="a_f"/>
  <p:tag name="KSO_WM_SLIDE_LAYOUT_CNT" val="1_1"/>
  <p:tag name="KSO_WM_SLIDE_SIZE" val="850*457"/>
  <p:tag name="KSO_WM_SLIDE_POSITION" val="54*28"/>
</p:tagLst>
</file>

<file path=ppt/tags/tag321.xml><?xml version="1.0" encoding="utf-8"?>
<p:tagLst xmlns:p="http://schemas.openxmlformats.org/presentationml/2006/main">
  <p:tag name="KSO_WM_UNIT_TEXT" val="二、项目实际进度曲线与燃尽图"/>
  <p:tag name="KSO_WM_UNIT_INDEX" val="1"/>
  <p:tag name="KSO_WM_UNIT_TYPE" val="a"/>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322.xml><?xml version="1.0" encoding="utf-8"?>
<p:tagLst xmlns:p="http://schemas.openxmlformats.org/presentationml/2006/main">
  <p:tag name="KSO_WM_UNIT_INDEX" val="24"/>
  <p:tag name="KSO_WM_UNIT_TYPE" val="f"/>
  <p:tag name="KSO_WM_UNIT_SUBTYPE" val="a"/>
  <p:tag name="KSO_WM_BEAUTIFY_FLAG" val="#wm#"/>
</p:tagLst>
</file>

<file path=ppt/tags/tag323.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617"/>
  <p:tag name="KSO_WM_TEMPLATE_CATEGORY" val="custom"/>
  <p:tag name="KSO_WM_SLIDE_INDEX" val="8"/>
  <p:tag name="KSO_WM_SLIDE_ID" val="custom20238617_8"/>
  <p:tag name="KSO_WM_TEMPLATE_MASTER_TYPE" val="0"/>
  <p:tag name="KSO_WM_SLIDE_LAYOUT" val="a_f"/>
  <p:tag name="KSO_WM_SLIDE_LAYOUT_CNT" val="1_1"/>
  <p:tag name="KSO_WM_SLIDE_SIZE" val="850*457"/>
  <p:tag name="KSO_WM_SLIDE_POSITION" val="54*28"/>
</p:tagLst>
</file>

<file path=ppt/tags/tag324.xml><?xml version="1.0" encoding="utf-8"?>
<p:tagLst xmlns:p="http://schemas.openxmlformats.org/presentationml/2006/main">
  <p:tag name="KSO_WM_UNIT_TEXT" val="三、典型问题与解决方案"/>
  <p:tag name="KSO_WM_UNIT_INDEX" val="1"/>
  <p:tag name="KSO_WM_UNIT_TYPE" val="a"/>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325.xml><?xml version="1.0" encoding="utf-8"?>
<p:tagLst xmlns:p="http://schemas.openxmlformats.org/presentationml/2006/main">
  <p:tag name="KSO_WM_UNIT_INDEX" val="20"/>
  <p:tag name="KSO_WM_UNIT_TYPE" val="f"/>
  <p:tag name="KSO_WM_UNIT_SUBTYPE" val="a"/>
  <p:tag name="KSO_WM_BEAUTIFY_FLAG" val="#wm#"/>
</p:tagLst>
</file>

<file path=ppt/tags/tag326.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617"/>
  <p:tag name="KSO_WM_TEMPLATE_CATEGORY" val="custom"/>
  <p:tag name="KSO_WM_SLIDE_INDEX" val="8"/>
  <p:tag name="KSO_WM_SLIDE_ID" val="custom20238617_8"/>
  <p:tag name="KSO_WM_TEMPLATE_MASTER_TYPE" val="0"/>
  <p:tag name="KSO_WM_SLIDE_LAYOUT" val="a_f"/>
  <p:tag name="KSO_WM_SLIDE_LAYOUT_CNT" val="1_1"/>
  <p:tag name="KSO_WM_SLIDE_SIZE" val="850*457"/>
  <p:tag name="KSO_WM_SLIDE_POSITION" val="54*28"/>
</p:tagLst>
</file>

<file path=ppt/tags/tag327.xml><?xml version="1.0" encoding="utf-8"?>
<p:tagLst xmlns:p="http://schemas.openxmlformats.org/presentationml/2006/main">
  <p:tag name="KSO_WM_UNIT_TEXT" val="三、典型问题与解决方案"/>
  <p:tag name="KSO_WM_UNIT_INDEX" val="1"/>
  <p:tag name="KSO_WM_UNIT_TYPE" val="a"/>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328.xml><?xml version="1.0" encoding="utf-8"?>
<p:tagLst xmlns:p="http://schemas.openxmlformats.org/presentationml/2006/main">
  <p:tag name="KSO_WM_UNIT_INDEX" val="20"/>
  <p:tag name="KSO_WM_UNIT_TYPE" val="f"/>
  <p:tag name="KSO_WM_UNIT_SUBTYPE" val="a"/>
  <p:tag name="KSO_WM_BEAUTIFY_FLAG" val="#wm#"/>
</p:tagLst>
</file>

<file path=ppt/tags/tag329.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617"/>
  <p:tag name="KSO_WM_TEMPLATE_CATEGORY" val="custom"/>
  <p:tag name="KSO_WM_SLIDE_INDEX" val="8"/>
  <p:tag name="KSO_WM_SLIDE_ID" val="custom20238617_8"/>
  <p:tag name="KSO_WM_TEMPLATE_MASTER_TYPE" val="0"/>
  <p:tag name="KSO_WM_SLIDE_LAYOUT" val="a_f"/>
  <p:tag name="KSO_WM_SLIDE_LAYOUT_CNT" val="1_1"/>
  <p:tag name="KSO_WM_SLIDE_SIZE" val="850*457"/>
  <p:tag name="KSO_WM_SLIDE_POSITION" val="54*28"/>
</p:tagLst>
</file>

<file path=ppt/tags/tag330.xml><?xml version="1.0" encoding="utf-8"?>
<p:tagLst xmlns:p="http://schemas.openxmlformats.org/presentationml/2006/main">
  <p:tag name="KSO_WM_UNIT_TEXT" val="三、典型问题与解决方案"/>
  <p:tag name="KSO_WM_UNIT_INDEX" val="1"/>
  <p:tag name="KSO_WM_UNIT_TYPE" val="a"/>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331.xml><?xml version="1.0" encoding="utf-8"?>
<p:tagLst xmlns:p="http://schemas.openxmlformats.org/presentationml/2006/main">
  <p:tag name="KSO_WM_UNIT_INDEX" val="13"/>
  <p:tag name="KSO_WM_UNIT_TYPE" val="f"/>
  <p:tag name="KSO_WM_UNIT_SUBTYPE" val="a"/>
  <p:tag name="KSO_WM_BEAUTIFY_FLAG" val="#wm#"/>
</p:tagLst>
</file>

<file path=ppt/tags/tag332.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617"/>
  <p:tag name="KSO_WM_TEMPLATE_CATEGORY" val="custom"/>
  <p:tag name="KSO_WM_SLIDE_INDEX" val="8"/>
  <p:tag name="KSO_WM_SLIDE_ID" val="custom20238617_8"/>
  <p:tag name="KSO_WM_TEMPLATE_MASTER_TYPE" val="0"/>
  <p:tag name="KSO_WM_SLIDE_LAYOUT" val="a_f"/>
  <p:tag name="KSO_WM_SLIDE_LAYOUT_CNT" val="1_1"/>
  <p:tag name="KSO_WM_SLIDE_SIZE" val="850*457"/>
  <p:tag name="KSO_WM_SLIDE_POSITION" val="54*28"/>
</p:tagLst>
</file>

<file path=ppt/tags/tag333.xml><?xml version="1.0" encoding="utf-8"?>
<p:tagLst xmlns:p="http://schemas.openxmlformats.org/presentationml/2006/main">
  <p:tag name="KSO_WM_UNIT_INDEX" val="1_1_5"/>
  <p:tag name="KSO_WM_UNIT_TYPE" val="l_h_f"/>
  <p:tag name="KSO_WM_UNIT_SUBTYPE" val="a"/>
  <p:tag name="KSO_WM_TEMPLATE_CATEGORY" val="diagram"/>
  <p:tag name="KSO_WM_TEMPLATE_INDEX" val="19882022"/>
  <p:tag name="KSO_WM_UNIT_ID" val="diagram19882022*l_h_f*1_1_5"/>
  <p:tag name="KSO_WM_DIAGRAM_GROUP_CODE" val="l1-1"/>
  <p:tag name="KSO_WM_TAG_VERSION" val="2.0"/>
  <p:tag name="KSO_WM_BEAUTIFY_FLAG" val="#wm#"/>
  <p:tag name="KSO_WM_DIAGRAM_VIRTUALLY_FRAME" val="{&quot;height&quot;:338.4,&quot;left&quot;:34.85,&quot;top&quot;:105.6,&quot;width&quot;:612}"/>
</p:tagLst>
</file>

<file path=ppt/tags/tag334.xml><?xml version="1.0" encoding="utf-8"?>
<p:tagLst xmlns:p="http://schemas.openxmlformats.org/presentationml/2006/main">
  <p:tag name="KSO_WM_UNIT_TEXT" val="一、项目成员分工一览"/>
  <p:tag name="KSO_WM_UNIT_INDEX" val="1"/>
  <p:tag name="KSO_WM_UNIT_TYPE" val="a"/>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335.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617"/>
  <p:tag name="KSO_WM_TEMPLATE_CATEGORY" val="custom"/>
  <p:tag name="KSO_WM_SLIDE_INDEX" val="8"/>
  <p:tag name="KSO_WM_SLIDE_ID" val="custom20238617_8"/>
  <p:tag name="KSO_WM_TEMPLATE_MASTER_TYPE" val="0"/>
  <p:tag name="KSO_WM_SLIDE_LAYOUT" val="a_f"/>
  <p:tag name="KSO_WM_SLIDE_LAYOUT_CNT" val="1_1"/>
  <p:tag name="KSO_WM_SLIDE_SIZE" val="850*457"/>
  <p:tag name="KSO_WM_SLIDE_POSITION" val="54*28"/>
</p:tagLst>
</file>

<file path=ppt/tags/tag336.xml><?xml version="1.0" encoding="utf-8"?>
<p:tagLst xmlns:p="http://schemas.openxmlformats.org/presentationml/2006/main">
  <p:tag name="KSO_WM_UNIT_TEXT" val="四、项目实际架构概览"/>
  <p:tag name="KSO_WM_UNIT_INDEX" val="1"/>
  <p:tag name="KSO_WM_UNIT_TYPE" val="a"/>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337.xml><?xml version="1.0" encoding="utf-8"?>
<p:tagLst xmlns:p="http://schemas.openxmlformats.org/presentationml/2006/main">
  <p:tag name="KSO_WM_UNIT_INDEX" val="16"/>
  <p:tag name="KSO_WM_UNIT_TYPE" val="f"/>
  <p:tag name="KSO_WM_UNIT_SUBTYPE" val="a"/>
  <p:tag name="KSO_WM_BEAUTIFY_FLAG" val="#wm#"/>
</p:tagLst>
</file>

<file path=ppt/tags/tag338.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617"/>
  <p:tag name="KSO_WM_TEMPLATE_CATEGORY" val="custom"/>
  <p:tag name="KSO_WM_SLIDE_INDEX" val="8"/>
  <p:tag name="KSO_WM_SLIDE_ID" val="custom20238617_8"/>
  <p:tag name="KSO_WM_TEMPLATE_MASTER_TYPE" val="0"/>
  <p:tag name="KSO_WM_SLIDE_LAYOUT" val="a_f"/>
  <p:tag name="KSO_WM_SLIDE_LAYOUT_CNT" val="1_1"/>
  <p:tag name="KSO_WM_SLIDE_SIZE" val="850*457"/>
  <p:tag name="KSO_WM_SLIDE_POSITION" val="54*28"/>
</p:tagLst>
</file>

<file path=ppt/tags/tag339.xml><?xml version="1.0" encoding="utf-8"?>
<p:tagLst xmlns:p="http://schemas.openxmlformats.org/presentationml/2006/main">
  <p:tag name="KSO_WM_UNIT_TEXT" val="四、部署流程（顺序步骤展示）"/>
  <p:tag name="KSO_WM_UNIT_INDEX" val="1"/>
  <p:tag name="KSO_WM_UNIT_TYPE" val="a"/>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340.xml><?xml version="1.0" encoding="utf-8"?>
<p:tagLst xmlns:p="http://schemas.openxmlformats.org/presentationml/2006/main">
  <p:tag name="KSO_WM_UNIT_INDEX" val="11"/>
  <p:tag name="KSO_WM_UNIT_TYPE" val="f"/>
  <p:tag name="KSO_WM_UNIT_SUBTYPE" val="a"/>
  <p:tag name="KSO_WM_BEAUTIFY_FLAG" val="#wm#"/>
</p:tagLst>
</file>

<file path=ppt/tags/tag341.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617"/>
  <p:tag name="KSO_WM_TEMPLATE_CATEGORY" val="custom"/>
  <p:tag name="KSO_WM_SLIDE_INDEX" val="8"/>
  <p:tag name="KSO_WM_SLIDE_ID" val="custom20238617_8"/>
  <p:tag name="KSO_WM_TEMPLATE_MASTER_TYPE" val="0"/>
  <p:tag name="KSO_WM_SLIDE_LAYOUT" val="a_f"/>
  <p:tag name="KSO_WM_SLIDE_LAYOUT_CNT" val="1_1"/>
  <p:tag name="KSO_WM_SLIDE_SIZE" val="850*457"/>
  <p:tag name="KSO_WM_SLIDE_POSITION" val="54*28"/>
</p:tagLst>
</file>

<file path=ppt/tags/tag342.xml><?xml version="1.0" encoding="utf-8"?>
<p:tagLst xmlns:p="http://schemas.openxmlformats.org/presentationml/2006/main">
  <p:tag name="KSO_WM_UNIT_TEXT" val="五、测试工作安排与工具选择"/>
  <p:tag name="KSO_WM_UNIT_INDEX" val="1"/>
  <p:tag name="KSO_WM_UNIT_TYPE" val="a"/>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343.xml><?xml version="1.0" encoding="utf-8"?>
<p:tagLst xmlns:p="http://schemas.openxmlformats.org/presentationml/2006/main">
  <p:tag name="KSO_WM_UNIT_INDEX" val="12"/>
  <p:tag name="KSO_WM_UNIT_TYPE" val="f"/>
  <p:tag name="KSO_WM_UNIT_SUBTYPE" val="a"/>
  <p:tag name="KSO_WM_BEAUTIFY_FLAG" val="#wm#"/>
</p:tagLst>
</file>

<file path=ppt/tags/tag344.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617"/>
  <p:tag name="KSO_WM_TEMPLATE_CATEGORY" val="custom"/>
  <p:tag name="KSO_WM_SLIDE_INDEX" val="8"/>
  <p:tag name="KSO_WM_SLIDE_ID" val="custom20238617_8"/>
  <p:tag name="KSO_WM_TEMPLATE_MASTER_TYPE" val="0"/>
  <p:tag name="KSO_WM_SLIDE_LAYOUT" val="a_f"/>
  <p:tag name="KSO_WM_SLIDE_LAYOUT_CNT" val="1_1"/>
  <p:tag name="KSO_WM_SLIDE_SIZE" val="850*457"/>
  <p:tag name="KSO_WM_SLIDE_POSITION" val="54*28"/>
</p:tagLst>
</file>

<file path=ppt/tags/tag345.xml><?xml version="1.0" encoding="utf-8"?>
<p:tagLst xmlns:p="http://schemas.openxmlformats.org/presentationml/2006/main">
  <p:tag name="KSO_WM_UNIT_TEXT" val="四、开发框架与技术栈"/>
  <p:tag name="KSO_WM_UNIT_INDEX" val="1"/>
  <p:tag name="KSO_WM_UNIT_TYPE" val="a"/>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346.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617"/>
  <p:tag name="KSO_WM_TEMPLATE_CATEGORY" val="custom"/>
  <p:tag name="KSO_WM_SLIDE_INDEX" val="8"/>
  <p:tag name="KSO_WM_SLIDE_ID" val="custom20238617_8"/>
  <p:tag name="KSO_WM_TEMPLATE_MASTER_TYPE" val="0"/>
  <p:tag name="KSO_WM_SLIDE_LAYOUT" val="a_f"/>
  <p:tag name="KSO_WM_SLIDE_LAYOUT_CNT" val="1_1"/>
  <p:tag name="KSO_WM_SLIDE_SIZE" val="850*457"/>
  <p:tag name="KSO_WM_SLIDE_POSITION" val="54*28"/>
</p:tagLst>
</file>

<file path=ppt/tags/tag347.xml><?xml version="1.0" encoding="utf-8"?>
<p:tagLst xmlns:p="http://schemas.openxmlformats.org/presentationml/2006/main">
  <p:tag name="KSO_WM_UNIT_TYPE" val="a"/>
  <p:tag name="KSO_WM_UNIT_INDEX" val="1"/>
  <p:tag name="KSO_WM_BEAUTIFY_FLAG" val="#wm#"/>
  <p:tag name="KSO_WM_TAG_VERSION" val="3.0"/>
  <p:tag name="KSO_WM_UNIT_ID" val="custom20238617_9*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17"/>
  <p:tag name="KSO_WM_TEMPLATE_CATEGORY" val="custom"/>
  <p:tag name="KSO_WM_UNIT_ISCONTENTSTITLE" val="0"/>
</p:tagLst>
</file>

<file path=ppt/tags/tag348.xml><?xml version="1.0" encoding="utf-8"?>
<p:tagLst xmlns:p="http://schemas.openxmlformats.org/presentationml/2006/main">
  <p:tag name="KSO_WM_UNIT_TYPE" val="b"/>
  <p:tag name="KSO_WM_UNIT_INDEX" val="1"/>
  <p:tag name="KSO_WM_BEAUTIFY_FLAG" val="#wm#"/>
  <p:tag name="KSO_WM_TAG_VERSION" val="3.0"/>
  <p:tag name="KSO_WM_UNIT_ID" val="custom20238617_9*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17"/>
  <p:tag name="KSO_WM_TEMPLATE_CATEGORY" val="custom"/>
  <p:tag name="KSO_WM_UNIT_ISCONTENTSTITLE" val="0"/>
  <p:tag name="KSO_WM_UNIT_VALUE" val="22"/>
  <p:tag name="KSO_WM_UNIT_TEXT_TYPE" val="1"/>
  <p:tag name="KSO_WM_UNIT_PRESET_TEXT" val="单击此处添加副标题内容"/>
</p:tagLst>
</file>

<file path=ppt/tags/tag349.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custom20238617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17"/>
  <p:tag name="KSO_WM_TEMPLATE_CATEGORY" val="custom"/>
  <p:tag name="KSO_WM_UNIT_TEXT_LAYER_COUNT" val="1"/>
  <p:tag name="KSO_WM_UNIT_VALUE" val="22"/>
</p:tagLst>
</file>

<file path=ppt/tags/tag350.xml><?xml version="1.0" encoding="utf-8"?>
<p:tagLst xmlns:p="http://schemas.openxmlformats.org/presentationml/2006/main">
  <p:tag name="KSO_WM_SLIDE_TYPE" val="endPage"/>
  <p:tag name="KSO_WM_TEMPLATE_SUBCATEGORY" val="29"/>
  <p:tag name="KSO_WM_TEMPLATE_COLOR_TYPE" val="0"/>
  <p:tag name="KSO_WM_TAG_VERSION" val="3.0"/>
  <p:tag name="KSO_WM_SLIDE_SUBTYPE" val="pureTxt"/>
  <p:tag name="KSO_WM_SLIDE_ITEM_CNT" val="0"/>
  <p:tag name="KSO_WM_BEAUTIFY_FLAG" val="#wm#"/>
  <p:tag name="KSO_WM_TEMPLATE_INDEX" val="20238617"/>
  <p:tag name="KSO_WM_TEMPLATE_CATEGORY" val="custom"/>
  <p:tag name="KSO_WM_SLIDE_INDEX" val="9"/>
  <p:tag name="KSO_WM_SLIDE_ID" val="custom20238617_9"/>
  <p:tag name="KSO_WM_TEMPLATE_MASTER_TYPE" val="0"/>
  <p:tag name="KSO_WM_SLIDE_LAYOUT" val="a_b_f"/>
  <p:tag name="KSO_WM_SLIDE_LAYOUT_CNT" val="1_1_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简约风通用箭头职场办公">
  <a:themeElements>
    <a:clrScheme name="蓝色通用箭头">
      <a:dk1>
        <a:sysClr val="windowText" lastClr="000000"/>
      </a:dk1>
      <a:lt1>
        <a:sysClr val="window" lastClr="FFFFFF"/>
      </a:lt1>
      <a:dk2>
        <a:srgbClr val="44546A"/>
      </a:dk2>
      <a:lt2>
        <a:srgbClr val="E7E6E6"/>
      </a:lt2>
      <a:accent1>
        <a:srgbClr val="4E62DF"/>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自定义 85">
      <a:dk1>
        <a:srgbClr val="000000"/>
      </a:dk1>
      <a:lt1>
        <a:srgbClr val="FFFFFF"/>
      </a:lt1>
      <a:dk2>
        <a:srgbClr val="44546A"/>
      </a:dk2>
      <a:lt2>
        <a:srgbClr val="FFFFFF"/>
      </a:lt2>
      <a:accent1>
        <a:srgbClr val="776CFD"/>
      </a:accent1>
      <a:accent2>
        <a:srgbClr val="5D95F1"/>
      </a:accent2>
      <a:accent3>
        <a:srgbClr val="655BE6"/>
      </a:accent3>
      <a:accent4>
        <a:srgbClr val="6C95FD"/>
      </a:accent4>
      <a:accent5>
        <a:srgbClr val="64DCBF"/>
      </a:accent5>
      <a:accent6>
        <a:srgbClr val="33C2FF"/>
      </a:accent6>
      <a:hlink>
        <a:srgbClr val="658BD5"/>
      </a:hlink>
      <a:folHlink>
        <a:srgbClr val="A16AA5"/>
      </a:folHlink>
    </a:clrScheme>
    <a:fontScheme name="自定义 32">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简约风通用箭头职场办公">
  <a:themeElements>
    <a:clrScheme name="蓝色通用箭头">
      <a:dk1>
        <a:sysClr val="windowText" lastClr="000000"/>
      </a:dk1>
      <a:lt1>
        <a:sysClr val="window" lastClr="FFFFFF"/>
      </a:lt1>
      <a:dk2>
        <a:srgbClr val="44546A"/>
      </a:dk2>
      <a:lt2>
        <a:srgbClr val="E7E6E6"/>
      </a:lt2>
      <a:accent1>
        <a:srgbClr val="4E62DF"/>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2753</Words>
  <Application>WPS 演示</Application>
  <PresentationFormat>On-screen Show (4:3)</PresentationFormat>
  <Paragraphs>276</Paragraphs>
  <Slides>15</Slides>
  <Notes>0</Notes>
  <HiddenSlides>0</HiddenSlides>
  <MMClips>0</MMClips>
  <ScaleCrop>false</ScaleCrop>
  <HeadingPairs>
    <vt:vector size="6" baseType="variant">
      <vt:variant>
        <vt:lpstr>已用的字体</vt:lpstr>
      </vt:variant>
      <vt:variant>
        <vt:i4>10</vt:i4>
      </vt:variant>
      <vt:variant>
        <vt:lpstr>主题</vt:lpstr>
      </vt:variant>
      <vt:variant>
        <vt:i4>4</vt:i4>
      </vt:variant>
      <vt:variant>
        <vt:lpstr>幻灯片标题</vt:lpstr>
      </vt:variant>
      <vt:variant>
        <vt:i4>15</vt:i4>
      </vt:variant>
    </vt:vector>
  </HeadingPairs>
  <TitlesOfParts>
    <vt:vector size="29" baseType="lpstr">
      <vt:lpstr>Arial</vt:lpstr>
      <vt:lpstr>宋体</vt:lpstr>
      <vt:lpstr>Wingdings</vt:lpstr>
      <vt:lpstr>Arial</vt:lpstr>
      <vt:lpstr>Calibri</vt:lpstr>
      <vt:lpstr>微软雅黑</vt:lpstr>
      <vt:lpstr>Arial Unicode MS</vt:lpstr>
      <vt:lpstr>Arial Black</vt:lpstr>
      <vt:lpstr>黑体</vt:lpstr>
      <vt:lpstr>微软雅黑</vt:lpstr>
      <vt:lpstr>Office Theme</vt:lpstr>
      <vt:lpstr>简约风通用箭头职场办公</vt:lpstr>
      <vt:lpstr>Office 主题​​</vt:lpstr>
      <vt:lpstr>1_简约风通用箭头职场办公</vt:lpstr>
      <vt:lpstr>团队项目阶段总结</vt:lpstr>
      <vt:lpstr>目录</vt:lpstr>
      <vt:lpstr>一、项目成员分工一览</vt:lpstr>
      <vt:lpstr>二、项目预期计划（第 12–14 周）</vt:lpstr>
      <vt:lpstr>二、项目实际进度曲线与燃尽图</vt:lpstr>
      <vt:lpstr>三、典型问题与解决方案</vt:lpstr>
      <vt:lpstr>三、典型问题与解决方案</vt:lpstr>
      <vt:lpstr>三、典型问题与解决方案</vt:lpstr>
      <vt:lpstr>四、项目实际架构概览</vt:lpstr>
      <vt:lpstr>四、开发框架与技术栈</vt:lpstr>
      <vt:lpstr>四、部署流程（顺序步骤展示）</vt:lpstr>
      <vt:lpstr>五、测试工作安排与工具选择</vt:lpstr>
      <vt:lpstr>五、测试用例设计与测试评述</vt:lpstr>
      <vt:lpstr>六</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sky、@ 信</cp:lastModifiedBy>
  <cp:revision>4</cp:revision>
  <dcterms:created xsi:type="dcterms:W3CDTF">2013-01-27T09:14:00Z</dcterms:created>
  <dcterms:modified xsi:type="dcterms:W3CDTF">2025-11-28T15:24:27Z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010F94D642A540939F0D90EB90D9AAB7_13</vt:lpwstr>
  </property>
  <property fmtid="{D5CDD505-2E9C-101B-9397-08002B2CF9AE}" pid="3" name="KSOProductBuildVer">
    <vt:lpwstr>2052-12.1.0.23542</vt:lpwstr>
  </property>
</Properties>
</file>